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9" r:id="rId4"/>
    <p:sldId id="258"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6" d="100"/>
          <a:sy n="96" d="100"/>
        </p:scale>
        <p:origin x="102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00C16-166E-4128-B1A4-EE56D90A0968}" type="datetimeFigureOut">
              <a:rPr lang="fr-FR" smtClean="0"/>
              <a:t>07/11/2025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DCEBB-4A90-4E51-A10F-AAD8AFA1A7F3}" type="slidenum">
              <a:rPr lang="fr-FR" smtClean="0"/>
              <a:t>‹N°›</a:t>
            </a:fld>
            <a:endParaRPr lang="fr-FR"/>
          </a:p>
        </p:txBody>
      </p:sp>
    </p:spTree>
    <p:extLst>
      <p:ext uri="{BB962C8B-B14F-4D97-AF65-F5344CB8AC3E}">
        <p14:creationId xmlns:p14="http://schemas.microsoft.com/office/powerpoint/2010/main" val="458034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https://support.pheedloop.com/article/444-formatting-youtube-video-links</a:t>
            </a:r>
          </a:p>
          <a:p>
            <a:endParaRPr lang="fr-FR" dirty="0"/>
          </a:p>
        </p:txBody>
      </p:sp>
      <p:sp>
        <p:nvSpPr>
          <p:cNvPr id="4" name="Espace réservé du numéro de diapositive 3"/>
          <p:cNvSpPr>
            <a:spLocks noGrp="1"/>
          </p:cNvSpPr>
          <p:nvPr>
            <p:ph type="sldNum" sz="quarter" idx="5"/>
          </p:nvPr>
        </p:nvSpPr>
        <p:spPr/>
        <p:txBody>
          <a:bodyPr/>
          <a:lstStyle/>
          <a:p>
            <a:fld id="{D44DCEBB-4A90-4E51-A10F-AAD8AFA1A7F3}" type="slidenum">
              <a:rPr lang="fr-FR" smtClean="0"/>
              <a:t>2</a:t>
            </a:fld>
            <a:endParaRPr lang="fr-FR"/>
          </a:p>
        </p:txBody>
      </p:sp>
    </p:spTree>
    <p:extLst>
      <p:ext uri="{BB962C8B-B14F-4D97-AF65-F5344CB8AC3E}">
        <p14:creationId xmlns:p14="http://schemas.microsoft.com/office/powerpoint/2010/main" val="3111427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17162-A04B-4D75-5B22-E81F868C9D9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C9F809F-9C16-9E15-BE20-467D34A59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72A24DB-94A3-9EFA-7292-AB291A2630BC}"/>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D86BBEBB-EAF0-5304-BF3E-62DAC86C1D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B2E011-DA93-3B65-92C0-0A79FEBE2F32}"/>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3200062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185145-4D98-DD72-ED3D-DBD103FC0D1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5065CF9-D383-7F73-8CDE-CA48A48AFB9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1739EB-1AE8-EBF5-80CF-06A20C16965A}"/>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915146AA-1925-741D-FAFB-B3A23D6CD1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B29BDE3-A75E-7807-02EC-12F099602659}"/>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42421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BDFAF0-1ECB-6DDA-285A-C1704EE1001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345D78E-462E-C29B-F417-E95D598608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A34B153-C952-A9BC-C488-EBF2F9508087}"/>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622D9EA8-152A-E50F-828C-B3A2ACF4BEC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DCCC83-3B2A-00E3-403A-90C3820D474E}"/>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3870462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3374D2-B005-2AEA-EF03-516FB7B8D92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1AA7D2-4DBF-54DD-B284-941C3586E65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3D15AFA-9569-E76A-455E-06B6C057088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61650E2-3D24-DF0C-1F5E-FA77D587DA00}"/>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6" name="Espace réservé du pied de page 5">
            <a:extLst>
              <a:ext uri="{FF2B5EF4-FFF2-40B4-BE49-F238E27FC236}">
                <a16:creationId xmlns:a16="http://schemas.microsoft.com/office/drawing/2014/main" id="{AC97F719-3A0C-53BF-07A6-CC23D0CD58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37B1CFF-9537-6428-FA72-C30107979BB0}"/>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228676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A8F188-E0BF-A3EE-C2E9-2B883F71D79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52FE729-0858-71D5-2403-43D8730F6A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CDBEFC3-7A5A-3E5C-B539-89F45C72B62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82A6F29-64C6-BEB0-BB29-94AB544B64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2E28F16-5093-F0BE-81DC-DA9707B0A2E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A6E6CA3-042E-4AAD-355A-B6313479D202}"/>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8" name="Espace réservé du pied de page 7">
            <a:extLst>
              <a:ext uri="{FF2B5EF4-FFF2-40B4-BE49-F238E27FC236}">
                <a16:creationId xmlns:a16="http://schemas.microsoft.com/office/drawing/2014/main" id="{15125DE6-BF0A-F0EF-ED7C-C92A7F8E453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46B82C8-4EC2-0C53-8D24-72CD77E5AB48}"/>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3304261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7BCB2A-01DA-8E26-7A66-B92C42C5001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0573746-1BD9-4713-CDC7-1990E60033C7}"/>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4" name="Espace réservé du pied de page 3">
            <a:extLst>
              <a:ext uri="{FF2B5EF4-FFF2-40B4-BE49-F238E27FC236}">
                <a16:creationId xmlns:a16="http://schemas.microsoft.com/office/drawing/2014/main" id="{29242507-BFD1-7BA2-4DD6-736B4B51408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BF2CF90-0CDD-8C0D-1E20-27B56F7CF5D8}"/>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2802303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310D731-A8D5-3305-2A5F-75A889A4A12F}"/>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3" name="Espace réservé du pied de page 2">
            <a:extLst>
              <a:ext uri="{FF2B5EF4-FFF2-40B4-BE49-F238E27FC236}">
                <a16:creationId xmlns:a16="http://schemas.microsoft.com/office/drawing/2014/main" id="{9E4D0BC6-C40D-8D70-BD6D-E4BB4A36238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D27378B-BF4C-A5B7-7D73-7E943EC9AF0E}"/>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3094777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FA1349-1B69-B5DA-07A9-081D65FAC35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686E8CA-7538-3400-1C02-19E4FC43C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5DDB0C8-6DDE-20DA-D153-29290D367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21D1FE9-33D9-ED03-7CC7-3E9F63440457}"/>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6" name="Espace réservé du pied de page 5">
            <a:extLst>
              <a:ext uri="{FF2B5EF4-FFF2-40B4-BE49-F238E27FC236}">
                <a16:creationId xmlns:a16="http://schemas.microsoft.com/office/drawing/2014/main" id="{66DC3A7F-3EC4-CB90-1EBE-CEA87C05F98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3A3265E-FB01-A6AC-2D41-F9CACBD6CD44}"/>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3613779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46AB59-2B4D-5A09-645A-B7609CA5E8B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FB21F6F-7AC0-38EB-EFCE-40DD34CDE0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5A8BB17-9036-3F0A-954F-A1AE4D069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7DCE0F1-1FD5-BF15-6423-6B8F398546AD}"/>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6" name="Espace réservé du pied de page 5">
            <a:extLst>
              <a:ext uri="{FF2B5EF4-FFF2-40B4-BE49-F238E27FC236}">
                <a16:creationId xmlns:a16="http://schemas.microsoft.com/office/drawing/2014/main" id="{0CC07482-93AD-795A-31D2-034FC47BE0A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58D82B4-FAE0-D1E4-2FA3-6A06711A69BB}"/>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1452081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20ED4F-6319-3CAF-803F-E072389F04D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8151474-CB55-306C-6D88-F938B9439B5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C053A44-9823-CFC6-63E6-0B308C392A9B}"/>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F26DE922-8CDF-9F31-1391-D373FBA9DBF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778FA72-18BC-B3D9-C3E7-E7AC4D3E39BB}"/>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1173077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0709296-6970-4FBD-5A3B-ED3573EBCBB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B73A9B2-CCEF-9C0E-471F-488793BE842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5F25E93-D774-03E2-2D1B-8CE3E7091B10}"/>
              </a:ext>
            </a:extLst>
          </p:cNvPr>
          <p:cNvSpPr>
            <a:spLocks noGrp="1"/>
          </p:cNvSpPr>
          <p:nvPr>
            <p:ph type="dt" sz="half" idx="10"/>
          </p:nvPr>
        </p:nvSpPr>
        <p:spPr/>
        <p:txBody>
          <a:bodyPr/>
          <a:lstStyle/>
          <a:p>
            <a:fld id="{5845F2E3-C3A1-4457-B247-9ACE515F3E84}"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3E75E263-95D4-154C-F988-859C123E17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483E339-E9AD-4300-E49C-B2E6B5B42878}"/>
              </a:ext>
            </a:extLst>
          </p:cNvPr>
          <p:cNvSpPr>
            <a:spLocks noGrp="1"/>
          </p:cNvSpPr>
          <p:nvPr>
            <p:ph type="sldNum" sz="quarter" idx="12"/>
          </p:nvPr>
        </p:nvSpPr>
        <p:spPr/>
        <p:txBody>
          <a:bodyPr/>
          <a:lstStyle/>
          <a:p>
            <a:fld id="{37DC5216-A1FE-4745-8A15-B5CDDCEF3FC6}" type="slidenum">
              <a:rPr lang="fr-FR" smtClean="0"/>
              <a:t>‹N°›</a:t>
            </a:fld>
            <a:endParaRPr lang="fr-FR"/>
          </a:p>
        </p:txBody>
      </p:sp>
    </p:spTree>
    <p:extLst>
      <p:ext uri="{BB962C8B-B14F-4D97-AF65-F5344CB8AC3E}">
        <p14:creationId xmlns:p14="http://schemas.microsoft.com/office/powerpoint/2010/main" val="212043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BC96FC6-4009-7627-024D-B3EC58A322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4021091-D359-AA01-2A2E-1F90D422D7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8A4D18-2618-C06F-087C-DFA4198E1B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45F2E3-C3A1-4457-B247-9ACE515F3E84}"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637D3EE3-4EC1-7CEB-8AC3-A6981EDE4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9DD8292-2E13-4391-F041-5E9F90F628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DC5216-A1FE-4745-8A15-B5CDDCEF3FC6}" type="slidenum">
              <a:rPr lang="fr-FR" smtClean="0"/>
              <a:t>‹N°›</a:t>
            </a:fld>
            <a:endParaRPr lang="fr-FR"/>
          </a:p>
        </p:txBody>
      </p:sp>
    </p:spTree>
    <p:extLst>
      <p:ext uri="{BB962C8B-B14F-4D97-AF65-F5344CB8AC3E}">
        <p14:creationId xmlns:p14="http://schemas.microsoft.com/office/powerpoint/2010/main" val="3591540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youtu.be/UQ-cVXzBnPY?list=PLFf1gA-ubk_SyRas2VM_kx-UEjKsEfawT" TargetMode="External"/><Relationship Id="rId2" Type="http://schemas.openxmlformats.org/officeDocument/2006/relationships/hyperlink" Target="https://www.youtube.com/watch?v=UQ-cVXzBnPY&amp;list=PLFf1gA-ubk_SyRas2VM_kx-UEjKsEfawT&amp;index=10" TargetMode="External"/><Relationship Id="rId1" Type="http://schemas.openxmlformats.org/officeDocument/2006/relationships/slideLayout" Target="../slideLayouts/slideLayout2.xml"/><Relationship Id="rId5" Type="http://schemas.openxmlformats.org/officeDocument/2006/relationships/hyperlink" Target="https://www.youtube.com/watch?v=UQ-cVXzBnPY&amp;list=PLFf1gA-ubk_SyRas2VM_kx-UEjKsEfawT" TargetMode="External"/><Relationship Id="rId4" Type="http://schemas.openxmlformats.org/officeDocument/2006/relationships/hyperlink" Target="https://youtu.be/UQ-cVXzBnPY?si=Rp2JnANU05NQv-j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94F88D-5580-2D89-8A91-E2EBBCC95EB5}"/>
              </a:ext>
            </a:extLst>
          </p:cNvPr>
          <p:cNvSpPr>
            <a:spLocks noGrp="1"/>
          </p:cNvSpPr>
          <p:nvPr>
            <p:ph type="ctrTitle"/>
          </p:nvPr>
        </p:nvSpPr>
        <p:spPr/>
        <p:txBody>
          <a:bodyPr/>
          <a:lstStyle/>
          <a:p>
            <a:r>
              <a:rPr lang="fr-FR" dirty="0"/>
              <a:t>Prolégomènes</a:t>
            </a:r>
          </a:p>
        </p:txBody>
      </p:sp>
      <p:sp>
        <p:nvSpPr>
          <p:cNvPr id="3" name="Sous-titre 2">
            <a:extLst>
              <a:ext uri="{FF2B5EF4-FFF2-40B4-BE49-F238E27FC236}">
                <a16:creationId xmlns:a16="http://schemas.microsoft.com/office/drawing/2014/main" id="{F6CE9548-15E2-3011-63E7-81CCD7747D4D}"/>
              </a:ext>
            </a:extLst>
          </p:cNvPr>
          <p:cNvSpPr>
            <a:spLocks noGrp="1"/>
          </p:cNvSpPr>
          <p:nvPr>
            <p:ph type="subTitle" idx="1"/>
          </p:nvPr>
        </p:nvSpPr>
        <p:spPr/>
        <p:txBody>
          <a:bodyPr/>
          <a:lstStyle/>
          <a:p>
            <a:r>
              <a:rPr lang="fr-FR" dirty="0"/>
              <a:t>Atome</a:t>
            </a:r>
          </a:p>
        </p:txBody>
      </p:sp>
    </p:spTree>
    <p:extLst>
      <p:ext uri="{BB962C8B-B14F-4D97-AF65-F5344CB8AC3E}">
        <p14:creationId xmlns:p14="http://schemas.microsoft.com/office/powerpoint/2010/main" val="131619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3973F-C418-D042-79E1-DD3BB39A13C1}"/>
              </a:ext>
            </a:extLst>
          </p:cNvPr>
          <p:cNvSpPr>
            <a:spLocks noGrp="1"/>
          </p:cNvSpPr>
          <p:nvPr>
            <p:ph type="title"/>
          </p:nvPr>
        </p:nvSpPr>
        <p:spPr/>
        <p:txBody>
          <a:bodyPr/>
          <a:lstStyle/>
          <a:p>
            <a:r>
              <a:rPr lang="fr-FR" dirty="0"/>
              <a:t>Formatage des liens vidéo YouTube</a:t>
            </a:r>
          </a:p>
        </p:txBody>
      </p:sp>
      <p:sp>
        <p:nvSpPr>
          <p:cNvPr id="3" name="Espace réservé du contenu 2">
            <a:extLst>
              <a:ext uri="{FF2B5EF4-FFF2-40B4-BE49-F238E27FC236}">
                <a16:creationId xmlns:a16="http://schemas.microsoft.com/office/drawing/2014/main" id="{4950A756-0CEB-BB6D-3EAF-738D28BF0FA6}"/>
              </a:ext>
            </a:extLst>
          </p:cNvPr>
          <p:cNvSpPr>
            <a:spLocks noGrp="1"/>
          </p:cNvSpPr>
          <p:nvPr>
            <p:ph idx="1"/>
          </p:nvPr>
        </p:nvSpPr>
        <p:spPr/>
        <p:txBody>
          <a:bodyPr>
            <a:normAutofit fontScale="85000" lnSpcReduction="20000"/>
          </a:bodyPr>
          <a:lstStyle/>
          <a:p>
            <a:r>
              <a:rPr lang="fr-FR" dirty="0"/>
              <a:t>Assurez-vous que l'URL est propre:</a:t>
            </a:r>
          </a:p>
          <a:p>
            <a:r>
              <a:rPr lang="fr-FR" dirty="0"/>
              <a:t>Vous devez vous assurer de coller une URL YouTube valide dans </a:t>
            </a:r>
            <a:r>
              <a:rPr lang="fr-FR" dirty="0" err="1"/>
              <a:t>PheedLoop</a:t>
            </a:r>
            <a:r>
              <a:rPr lang="fr-FR" dirty="0"/>
              <a:t>. Une URL YouTube valide ressemble à ceci :  https://www.youtube.com/watch?v=VIDEO_ID , où VIDEO_ID  est l'identifiant personnalisé de votre vidéo. Pour obtenir l'URL de la vidéo, il vous suffit de la copier directement depuis votre navigateur lorsque vous regardez la vidéo YouTube. Un problème fréquent avec l'URL est la présence d'éléments après VIDEO_ID , comme un horodatage. Si votre URL contient des éléments après VIDEO_ID , en particulier s'ils commencent par une esperluette (&amp;), supprimez-les, y compris l'esperluette, puis réessayez.</a:t>
            </a:r>
          </a:p>
          <a:p>
            <a:endParaRPr lang="fr-FR" dirty="0"/>
          </a:p>
          <a:p>
            <a:r>
              <a:rPr lang="fr-FR" dirty="0"/>
              <a:t>Par exemple, si vous avez collé l'URL suivante :  https://www.youtube.com/watch?v=0qo78R_yYFA&amp;t=10 , supprimez le texte « &amp;t=10 » pour obtenir :  https://www.youtube.com/watch?v=0qo78R_yYFA </a:t>
            </a:r>
          </a:p>
        </p:txBody>
      </p:sp>
    </p:spTree>
    <p:extLst>
      <p:ext uri="{BB962C8B-B14F-4D97-AF65-F5344CB8AC3E}">
        <p14:creationId xmlns:p14="http://schemas.microsoft.com/office/powerpoint/2010/main" val="318956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5E8E32-97EA-4994-6078-81C199BB4D84}"/>
              </a:ext>
            </a:extLst>
          </p:cNvPr>
          <p:cNvSpPr>
            <a:spLocks noGrp="1"/>
          </p:cNvSpPr>
          <p:nvPr>
            <p:ph type="title"/>
          </p:nvPr>
        </p:nvSpPr>
        <p:spPr/>
        <p:txBody>
          <a:bodyPr/>
          <a:lstStyle/>
          <a:p>
            <a:r>
              <a:rPr lang="fr-FR" dirty="0"/>
              <a:t>Les 3 URL possibles d’une vidéo YouTube</a:t>
            </a:r>
          </a:p>
        </p:txBody>
      </p:sp>
      <p:sp>
        <p:nvSpPr>
          <p:cNvPr id="3" name="Espace réservé du contenu 2">
            <a:extLst>
              <a:ext uri="{FF2B5EF4-FFF2-40B4-BE49-F238E27FC236}">
                <a16:creationId xmlns:a16="http://schemas.microsoft.com/office/drawing/2014/main" id="{9EA24626-22E9-556A-06E9-A9815135C42E}"/>
              </a:ext>
            </a:extLst>
          </p:cNvPr>
          <p:cNvSpPr>
            <a:spLocks noGrp="1"/>
          </p:cNvSpPr>
          <p:nvPr>
            <p:ph idx="1"/>
          </p:nvPr>
        </p:nvSpPr>
        <p:spPr/>
        <p:txBody>
          <a:bodyPr/>
          <a:lstStyle/>
          <a:p>
            <a:endParaRPr lang="fr-FR" dirty="0"/>
          </a:p>
        </p:txBody>
      </p:sp>
    </p:spTree>
    <p:extLst>
      <p:ext uri="{BB962C8B-B14F-4D97-AF65-F5344CB8AC3E}">
        <p14:creationId xmlns:p14="http://schemas.microsoft.com/office/powerpoint/2010/main" val="2979664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197791-DC41-E92A-4907-11F4D46362F0}"/>
              </a:ext>
            </a:extLst>
          </p:cNvPr>
          <p:cNvSpPr>
            <a:spLocks noGrp="1"/>
          </p:cNvSpPr>
          <p:nvPr>
            <p:ph type="title"/>
          </p:nvPr>
        </p:nvSpPr>
        <p:spPr/>
        <p:txBody>
          <a:bodyPr/>
          <a:lstStyle/>
          <a:p>
            <a:r>
              <a:rPr lang="fr-FR" dirty="0"/>
              <a:t>Qu'est quoi, un ATOME ? </a:t>
            </a:r>
          </a:p>
        </p:txBody>
      </p:sp>
      <p:sp>
        <p:nvSpPr>
          <p:cNvPr id="3" name="Espace réservé du contenu 2">
            <a:extLst>
              <a:ext uri="{FF2B5EF4-FFF2-40B4-BE49-F238E27FC236}">
                <a16:creationId xmlns:a16="http://schemas.microsoft.com/office/drawing/2014/main" id="{47F831DE-CF72-4951-F917-0B53A6A75C02}"/>
              </a:ext>
            </a:extLst>
          </p:cNvPr>
          <p:cNvSpPr>
            <a:spLocks noGrp="1"/>
          </p:cNvSpPr>
          <p:nvPr>
            <p:ph idx="1"/>
          </p:nvPr>
        </p:nvSpPr>
        <p:spPr/>
        <p:txBody>
          <a:bodyPr/>
          <a:lstStyle/>
          <a:p>
            <a:pPr>
              <a:buFont typeface="Wingdings" panose="05000000000000000000" pitchFamily="2" charset="2"/>
              <a:buChar char="Ø"/>
            </a:pPr>
            <a:r>
              <a:rPr lang="fr-FR" dirty="0">
                <a:hlinkClick r:id="rId2"/>
              </a:rPr>
              <a:t>https://www.youtube.com/watch?v=UQ-cVXzBnPY&amp;list=PLFf1gA-ubk_SyRas2VM_kx-UEjKsEfawT&amp;index=10</a:t>
            </a:r>
            <a:endParaRPr lang="fr-FR" dirty="0"/>
          </a:p>
          <a:p>
            <a:pPr>
              <a:buFont typeface="Wingdings" panose="05000000000000000000" pitchFamily="2" charset="2"/>
              <a:buChar char="Ø"/>
            </a:pPr>
            <a:r>
              <a:rPr lang="fr-FR" dirty="0">
                <a:hlinkClick r:id="rId3"/>
              </a:rPr>
              <a:t>https://youtu.be/UQ-cVXzBnPY?list=PLFf1gA-ubk_SyRas2VM_kx-UEjKsEfawT</a:t>
            </a:r>
            <a:endParaRPr lang="fr-FR" dirty="0"/>
          </a:p>
          <a:p>
            <a:pPr>
              <a:buFont typeface="Wingdings" panose="05000000000000000000" pitchFamily="2" charset="2"/>
              <a:buChar char="Ø"/>
            </a:pPr>
            <a:r>
              <a:rPr lang="fr-FR" dirty="0">
                <a:hlinkClick r:id="rId4"/>
              </a:rPr>
              <a:t>https://youtu.be/UQ-cVXzBnPY?si=Rp2JnANU05NQv-j4</a:t>
            </a:r>
            <a:endParaRPr lang="fr-FR" dirty="0"/>
          </a:p>
          <a:p>
            <a:pPr>
              <a:buFont typeface="Wingdings" panose="05000000000000000000" pitchFamily="2" charset="2"/>
              <a:buChar char="Ø"/>
            </a:pPr>
            <a:r>
              <a:rPr lang="fr-FR" dirty="0">
                <a:hlinkClick r:id="rId5"/>
              </a:rPr>
              <a:t>https://www.youtube.com/watch?v=UQ-cVXzBnPY&amp;list=PLFf1gA-ubk_SyRas2VM_kx-UEjKsEfawT</a:t>
            </a:r>
            <a:endParaRPr lang="fr-FR" dirty="0"/>
          </a:p>
          <a:p>
            <a:pPr>
              <a:buFont typeface="Wingdings" panose="05000000000000000000" pitchFamily="2" charset="2"/>
              <a:buChar char="Ø"/>
            </a:pPr>
            <a:endParaRPr lang="fr-FR" dirty="0"/>
          </a:p>
          <a:p>
            <a:pPr>
              <a:buFont typeface="Wingdings" panose="05000000000000000000" pitchFamily="2" charset="2"/>
              <a:buChar char="Ø"/>
            </a:pPr>
            <a:endParaRPr lang="fr-FR" dirty="0"/>
          </a:p>
          <a:p>
            <a:pPr>
              <a:buFont typeface="Wingdings" panose="05000000000000000000" pitchFamily="2" charset="2"/>
              <a:buChar char="Ø"/>
            </a:pPr>
            <a:endParaRPr lang="fr-FR" dirty="0"/>
          </a:p>
        </p:txBody>
      </p:sp>
    </p:spTree>
    <p:extLst>
      <p:ext uri="{BB962C8B-B14F-4D97-AF65-F5344CB8AC3E}">
        <p14:creationId xmlns:p14="http://schemas.microsoft.com/office/powerpoint/2010/main" val="404811530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285</Words>
  <Application>Microsoft Office PowerPoint</Application>
  <PresentationFormat>Grand écran</PresentationFormat>
  <Paragraphs>16</Paragraphs>
  <Slides>4</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vt:i4>
      </vt:variant>
    </vt:vector>
  </HeadingPairs>
  <TitlesOfParts>
    <vt:vector size="9" baseType="lpstr">
      <vt:lpstr>Aptos</vt:lpstr>
      <vt:lpstr>Aptos Display</vt:lpstr>
      <vt:lpstr>Arial</vt:lpstr>
      <vt:lpstr>Wingdings</vt:lpstr>
      <vt:lpstr>Thème Office</vt:lpstr>
      <vt:lpstr>Prolégomènes</vt:lpstr>
      <vt:lpstr>Formatage des liens vidéo YouTube</vt:lpstr>
      <vt:lpstr>Les 3 URL possibles d’une vidéo YouTube</vt:lpstr>
      <vt:lpstr>Qu'est quoi, un ATOME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Djamel CHABANE</dc:creator>
  <cp:lastModifiedBy>Djamel CHABANE</cp:lastModifiedBy>
  <cp:revision>2</cp:revision>
  <dcterms:created xsi:type="dcterms:W3CDTF">2025-11-07T09:53:41Z</dcterms:created>
  <dcterms:modified xsi:type="dcterms:W3CDTF">2025-11-07T10:49:44Z</dcterms:modified>
</cp:coreProperties>
</file>