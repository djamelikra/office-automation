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mp" ContentType="image/png"/>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
  </p:notesMasterIdLst>
  <p:sldIdLst>
    <p:sldId id="256" r:id="rId2"/>
    <p:sldId id="257" r:id="rId3"/>
    <p:sldId id="259" r:id="rId4"/>
    <p:sldId id="258" r:id="rId5"/>
    <p:sldId id="260" r:id="rId6"/>
    <p:sldId id="261" r:id="rId7"/>
    <p:sldId id="262" r:id="rId8"/>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37"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howGuides="1">
      <p:cViewPr varScale="1">
        <p:scale>
          <a:sx n="96" d="100"/>
          <a:sy n="96" d="100"/>
        </p:scale>
        <p:origin x="1020" y="90"/>
      </p:cViewPr>
      <p:guideLst>
        <p:guide orient="horz" pos="2137"/>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notesMaster" Target="notesMasters/notesMaster1.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EAAC84E-14AB-4366-A147-9DB3384889BF}" type="doc">
      <dgm:prSet loTypeId="urn:microsoft.com/office/officeart/2009/3/layout/HorizontalOrganizationChart" loCatId="hierarchy" qsTypeId="urn:microsoft.com/office/officeart/2005/8/quickstyle/simple1" qsCatId="simple" csTypeId="urn:microsoft.com/office/officeart/2005/8/colors/accent1_2" csCatId="accent1" phldr="1"/>
      <dgm:spPr/>
      <dgm:t>
        <a:bodyPr/>
        <a:lstStyle/>
        <a:p>
          <a:endParaRPr lang="fr-FR"/>
        </a:p>
      </dgm:t>
    </dgm:pt>
    <dgm:pt modelId="{0DBEFCF1-ADD8-422F-A68F-1612D53CD1C1}">
      <dgm:prSet phldrT="[Texte]" phldr="0"/>
      <dgm:spPr/>
      <dgm:t>
        <a:bodyPr/>
        <a:lstStyle/>
        <a:p>
          <a:r>
            <a:rPr lang="fr-FR" dirty="0"/>
            <a:t>Atome</a:t>
          </a:r>
        </a:p>
      </dgm:t>
    </dgm:pt>
    <dgm:pt modelId="{1B36189D-12E9-44B5-8977-16FD47A8D944}" type="parTrans" cxnId="{16271554-E631-4EEB-A28F-2190AA146A1F}">
      <dgm:prSet/>
      <dgm:spPr/>
      <dgm:t>
        <a:bodyPr/>
        <a:lstStyle/>
        <a:p>
          <a:endParaRPr lang="fr-FR"/>
        </a:p>
      </dgm:t>
    </dgm:pt>
    <dgm:pt modelId="{DC0986E9-6BE5-4B3F-B523-B36195EA5596}" type="sibTrans" cxnId="{16271554-E631-4EEB-A28F-2190AA146A1F}">
      <dgm:prSet/>
      <dgm:spPr/>
      <dgm:t>
        <a:bodyPr/>
        <a:lstStyle/>
        <a:p>
          <a:endParaRPr lang="fr-FR"/>
        </a:p>
      </dgm:t>
    </dgm:pt>
    <dgm:pt modelId="{68525FAE-9405-450F-AFD1-525D1BF7FA29}">
      <dgm:prSet phldrT="[Texte]" phldr="0"/>
      <dgm:spPr/>
      <dgm:t>
        <a:bodyPr/>
        <a:lstStyle/>
        <a:p>
          <a:r>
            <a:rPr lang="fr-FR" dirty="0"/>
            <a:t>Nucléons </a:t>
          </a:r>
        </a:p>
      </dgm:t>
    </dgm:pt>
    <dgm:pt modelId="{BEEFCC0A-D84E-47CC-9F2D-4B6A3E7B19BD}" type="parTrans" cxnId="{C96865FA-7458-44CE-BEFF-63F195A5ABCA}">
      <dgm:prSet/>
      <dgm:spPr/>
      <dgm:t>
        <a:bodyPr/>
        <a:lstStyle/>
        <a:p>
          <a:endParaRPr lang="fr-FR"/>
        </a:p>
      </dgm:t>
    </dgm:pt>
    <dgm:pt modelId="{DB82EB6A-39FF-4909-9808-BA0F19D1DFD3}" type="sibTrans" cxnId="{C96865FA-7458-44CE-BEFF-63F195A5ABCA}">
      <dgm:prSet/>
      <dgm:spPr/>
      <dgm:t>
        <a:bodyPr/>
        <a:lstStyle/>
        <a:p>
          <a:endParaRPr lang="fr-FR"/>
        </a:p>
      </dgm:t>
    </dgm:pt>
    <dgm:pt modelId="{AB7D6793-BFCF-4E79-B966-236E78C62110}">
      <dgm:prSet phldrT="[Texte]" phldr="0"/>
      <dgm:spPr/>
      <dgm:t>
        <a:bodyPr/>
        <a:lstStyle/>
        <a:p>
          <a:r>
            <a:rPr lang="fr-FR" dirty="0"/>
            <a:t>Électrons </a:t>
          </a:r>
        </a:p>
      </dgm:t>
    </dgm:pt>
    <dgm:pt modelId="{5CCCFB8B-D8A9-4158-A01E-E631C1579871}" type="parTrans" cxnId="{244F6259-5351-42D5-831D-415BEFA5A3AA}">
      <dgm:prSet/>
      <dgm:spPr/>
      <dgm:t>
        <a:bodyPr/>
        <a:lstStyle/>
        <a:p>
          <a:endParaRPr lang="fr-FR"/>
        </a:p>
      </dgm:t>
    </dgm:pt>
    <dgm:pt modelId="{6077C2B1-CAFE-414B-B220-59E271FB7218}" type="sibTrans" cxnId="{244F6259-5351-42D5-831D-415BEFA5A3AA}">
      <dgm:prSet/>
      <dgm:spPr/>
      <dgm:t>
        <a:bodyPr/>
        <a:lstStyle/>
        <a:p>
          <a:endParaRPr lang="fr-FR"/>
        </a:p>
      </dgm:t>
    </dgm:pt>
    <dgm:pt modelId="{0BD8E702-8D2D-4A26-B235-984A67274933}">
      <dgm:prSet phldrT="[Texte]" phldr="0"/>
      <dgm:spPr/>
      <dgm:t>
        <a:bodyPr/>
        <a:lstStyle/>
        <a:p>
          <a:r>
            <a:rPr lang="fr-FR" dirty="0"/>
            <a:t>Protons </a:t>
          </a:r>
        </a:p>
      </dgm:t>
    </dgm:pt>
    <dgm:pt modelId="{F217445B-4F70-456A-8B82-BFF0043D7FD0}" type="parTrans" cxnId="{F55153D8-43D8-4B48-942C-D92B85FE383B}">
      <dgm:prSet/>
      <dgm:spPr/>
    </dgm:pt>
    <dgm:pt modelId="{F5F57A6A-7D97-471D-9B0D-7C03D1DC63DF}" type="sibTrans" cxnId="{F55153D8-43D8-4B48-942C-D92B85FE383B}">
      <dgm:prSet/>
      <dgm:spPr/>
    </dgm:pt>
    <dgm:pt modelId="{878A7BC1-C3CC-4E71-8D13-D6337EC8F2A4}">
      <dgm:prSet phldrT="[Texte]" phldr="0"/>
      <dgm:spPr/>
      <dgm:t>
        <a:bodyPr/>
        <a:lstStyle/>
        <a:p>
          <a:r>
            <a:rPr lang="fr-FR" dirty="0"/>
            <a:t>Neutrons </a:t>
          </a:r>
        </a:p>
      </dgm:t>
    </dgm:pt>
    <dgm:pt modelId="{6D143C95-66C0-4460-90DC-904D29903060}" type="parTrans" cxnId="{766C957B-4DA7-43C3-A2C9-C23E883AED27}">
      <dgm:prSet/>
      <dgm:spPr/>
    </dgm:pt>
    <dgm:pt modelId="{D0CB050F-E8E4-4DBE-AD07-5AE5DE7A75FD}" type="sibTrans" cxnId="{766C957B-4DA7-43C3-A2C9-C23E883AED27}">
      <dgm:prSet/>
      <dgm:spPr/>
    </dgm:pt>
    <dgm:pt modelId="{4DDFB69E-95EF-4C61-96B3-654B0EA771F9}" type="pres">
      <dgm:prSet presAssocID="{3EAAC84E-14AB-4366-A147-9DB3384889BF}" presName="hierChild1" presStyleCnt="0">
        <dgm:presLayoutVars>
          <dgm:orgChart val="1"/>
          <dgm:chPref val="1"/>
          <dgm:dir/>
          <dgm:animOne val="branch"/>
          <dgm:animLvl val="lvl"/>
          <dgm:resizeHandles/>
        </dgm:presLayoutVars>
      </dgm:prSet>
      <dgm:spPr/>
    </dgm:pt>
    <dgm:pt modelId="{8EB3095E-D211-4716-BD55-8AD2F34ABE5B}" type="pres">
      <dgm:prSet presAssocID="{0DBEFCF1-ADD8-422F-A68F-1612D53CD1C1}" presName="hierRoot1" presStyleCnt="0">
        <dgm:presLayoutVars>
          <dgm:hierBranch val="init"/>
        </dgm:presLayoutVars>
      </dgm:prSet>
      <dgm:spPr/>
    </dgm:pt>
    <dgm:pt modelId="{83BE5C32-FBEE-457A-A8D1-C92972F3F57A}" type="pres">
      <dgm:prSet presAssocID="{0DBEFCF1-ADD8-422F-A68F-1612D53CD1C1}" presName="rootComposite1" presStyleCnt="0"/>
      <dgm:spPr/>
    </dgm:pt>
    <dgm:pt modelId="{D818BA0F-373E-44D9-A76F-1C967ED56EAF}" type="pres">
      <dgm:prSet presAssocID="{0DBEFCF1-ADD8-422F-A68F-1612D53CD1C1}" presName="rootText1" presStyleLbl="node0" presStyleIdx="0" presStyleCnt="1">
        <dgm:presLayoutVars>
          <dgm:chPref val="3"/>
        </dgm:presLayoutVars>
      </dgm:prSet>
      <dgm:spPr/>
    </dgm:pt>
    <dgm:pt modelId="{39AD3E86-6D5B-4211-9DC6-F4E681CEECD8}" type="pres">
      <dgm:prSet presAssocID="{0DBEFCF1-ADD8-422F-A68F-1612D53CD1C1}" presName="rootConnector1" presStyleLbl="node1" presStyleIdx="0" presStyleCnt="0"/>
      <dgm:spPr/>
    </dgm:pt>
    <dgm:pt modelId="{5CFE2090-2AB7-49F8-A740-29EAC8200555}" type="pres">
      <dgm:prSet presAssocID="{0DBEFCF1-ADD8-422F-A68F-1612D53CD1C1}" presName="hierChild2" presStyleCnt="0"/>
      <dgm:spPr/>
    </dgm:pt>
    <dgm:pt modelId="{C75F6DD9-6844-4F6C-BF15-49A52550E27C}" type="pres">
      <dgm:prSet presAssocID="{BEEFCC0A-D84E-47CC-9F2D-4B6A3E7B19BD}" presName="Name64" presStyleLbl="parChTrans1D2" presStyleIdx="0" presStyleCnt="2"/>
      <dgm:spPr/>
    </dgm:pt>
    <dgm:pt modelId="{5ED07C85-DE8C-4156-B046-A759367CF5A1}" type="pres">
      <dgm:prSet presAssocID="{68525FAE-9405-450F-AFD1-525D1BF7FA29}" presName="hierRoot2" presStyleCnt="0">
        <dgm:presLayoutVars>
          <dgm:hierBranch val="init"/>
        </dgm:presLayoutVars>
      </dgm:prSet>
      <dgm:spPr/>
    </dgm:pt>
    <dgm:pt modelId="{0790A948-6A51-4133-9441-8A09C481FC9B}" type="pres">
      <dgm:prSet presAssocID="{68525FAE-9405-450F-AFD1-525D1BF7FA29}" presName="rootComposite" presStyleCnt="0"/>
      <dgm:spPr/>
    </dgm:pt>
    <dgm:pt modelId="{54F59169-43B5-430F-9A0C-CCA262E13031}" type="pres">
      <dgm:prSet presAssocID="{68525FAE-9405-450F-AFD1-525D1BF7FA29}" presName="rootText" presStyleLbl="node2" presStyleIdx="0" presStyleCnt="2">
        <dgm:presLayoutVars>
          <dgm:chPref val="3"/>
        </dgm:presLayoutVars>
      </dgm:prSet>
      <dgm:spPr/>
    </dgm:pt>
    <dgm:pt modelId="{2B08A739-58E7-45FA-BE6D-0891B2C260A2}" type="pres">
      <dgm:prSet presAssocID="{68525FAE-9405-450F-AFD1-525D1BF7FA29}" presName="rootConnector" presStyleLbl="node2" presStyleIdx="0" presStyleCnt="2"/>
      <dgm:spPr/>
    </dgm:pt>
    <dgm:pt modelId="{5706947C-5BD7-4384-96C7-2DB4061BA4C5}" type="pres">
      <dgm:prSet presAssocID="{68525FAE-9405-450F-AFD1-525D1BF7FA29}" presName="hierChild4" presStyleCnt="0"/>
      <dgm:spPr/>
    </dgm:pt>
    <dgm:pt modelId="{1F7E409E-E748-4D46-91CB-5BB1A5728966}" type="pres">
      <dgm:prSet presAssocID="{F217445B-4F70-456A-8B82-BFF0043D7FD0}" presName="Name64" presStyleLbl="parChTrans1D3" presStyleIdx="0" presStyleCnt="2"/>
      <dgm:spPr/>
    </dgm:pt>
    <dgm:pt modelId="{70F2E01C-45A4-44D0-B2E7-DDDF977DEEA5}" type="pres">
      <dgm:prSet presAssocID="{0BD8E702-8D2D-4A26-B235-984A67274933}" presName="hierRoot2" presStyleCnt="0">
        <dgm:presLayoutVars>
          <dgm:hierBranch val="init"/>
        </dgm:presLayoutVars>
      </dgm:prSet>
      <dgm:spPr/>
    </dgm:pt>
    <dgm:pt modelId="{445EF4FF-FE29-4E0D-B23C-0D022E415319}" type="pres">
      <dgm:prSet presAssocID="{0BD8E702-8D2D-4A26-B235-984A67274933}" presName="rootComposite" presStyleCnt="0"/>
      <dgm:spPr/>
    </dgm:pt>
    <dgm:pt modelId="{DCC2BE8F-0CFA-4CAB-9AB6-803E00A44F63}" type="pres">
      <dgm:prSet presAssocID="{0BD8E702-8D2D-4A26-B235-984A67274933}" presName="rootText" presStyleLbl="node3" presStyleIdx="0" presStyleCnt="2">
        <dgm:presLayoutVars>
          <dgm:chPref val="3"/>
        </dgm:presLayoutVars>
      </dgm:prSet>
      <dgm:spPr/>
    </dgm:pt>
    <dgm:pt modelId="{43AD76C0-A71B-4381-B6B6-EACBAB71F94B}" type="pres">
      <dgm:prSet presAssocID="{0BD8E702-8D2D-4A26-B235-984A67274933}" presName="rootConnector" presStyleLbl="node3" presStyleIdx="0" presStyleCnt="2"/>
      <dgm:spPr/>
    </dgm:pt>
    <dgm:pt modelId="{3BB2E96B-55A4-4C02-BF6D-C6C16C25EECB}" type="pres">
      <dgm:prSet presAssocID="{0BD8E702-8D2D-4A26-B235-984A67274933}" presName="hierChild4" presStyleCnt="0"/>
      <dgm:spPr/>
    </dgm:pt>
    <dgm:pt modelId="{42823F85-69B8-4BB7-8C24-D18FF2EC97A8}" type="pres">
      <dgm:prSet presAssocID="{0BD8E702-8D2D-4A26-B235-984A67274933}" presName="hierChild5" presStyleCnt="0"/>
      <dgm:spPr/>
    </dgm:pt>
    <dgm:pt modelId="{D36D7E2A-E00A-48CF-9B30-4B5617C82FDC}" type="pres">
      <dgm:prSet presAssocID="{6D143C95-66C0-4460-90DC-904D29903060}" presName="Name64" presStyleLbl="parChTrans1D3" presStyleIdx="1" presStyleCnt="2"/>
      <dgm:spPr/>
    </dgm:pt>
    <dgm:pt modelId="{9FE83573-CEC4-4DDA-92DD-C5BA58C1CEF9}" type="pres">
      <dgm:prSet presAssocID="{878A7BC1-C3CC-4E71-8D13-D6337EC8F2A4}" presName="hierRoot2" presStyleCnt="0">
        <dgm:presLayoutVars>
          <dgm:hierBranch val="init"/>
        </dgm:presLayoutVars>
      </dgm:prSet>
      <dgm:spPr/>
    </dgm:pt>
    <dgm:pt modelId="{8147EB47-8687-42F3-970D-5066361ED2CD}" type="pres">
      <dgm:prSet presAssocID="{878A7BC1-C3CC-4E71-8D13-D6337EC8F2A4}" presName="rootComposite" presStyleCnt="0"/>
      <dgm:spPr/>
    </dgm:pt>
    <dgm:pt modelId="{03AEBCA7-8553-46C5-9D09-0B9A975440FC}" type="pres">
      <dgm:prSet presAssocID="{878A7BC1-C3CC-4E71-8D13-D6337EC8F2A4}" presName="rootText" presStyleLbl="node3" presStyleIdx="1" presStyleCnt="2">
        <dgm:presLayoutVars>
          <dgm:chPref val="3"/>
        </dgm:presLayoutVars>
      </dgm:prSet>
      <dgm:spPr/>
    </dgm:pt>
    <dgm:pt modelId="{008A96BD-F15E-4218-93DB-7C44001D1668}" type="pres">
      <dgm:prSet presAssocID="{878A7BC1-C3CC-4E71-8D13-D6337EC8F2A4}" presName="rootConnector" presStyleLbl="node3" presStyleIdx="1" presStyleCnt="2"/>
      <dgm:spPr/>
    </dgm:pt>
    <dgm:pt modelId="{64849954-E06F-419B-BD42-5FC87659F920}" type="pres">
      <dgm:prSet presAssocID="{878A7BC1-C3CC-4E71-8D13-D6337EC8F2A4}" presName="hierChild4" presStyleCnt="0"/>
      <dgm:spPr/>
    </dgm:pt>
    <dgm:pt modelId="{B9C57585-0E0D-4564-A344-E551B4EDBC4E}" type="pres">
      <dgm:prSet presAssocID="{878A7BC1-C3CC-4E71-8D13-D6337EC8F2A4}" presName="hierChild5" presStyleCnt="0"/>
      <dgm:spPr/>
    </dgm:pt>
    <dgm:pt modelId="{0A721D9B-6E2C-49F0-AD07-FB317C0D62B2}" type="pres">
      <dgm:prSet presAssocID="{68525FAE-9405-450F-AFD1-525D1BF7FA29}" presName="hierChild5" presStyleCnt="0"/>
      <dgm:spPr/>
    </dgm:pt>
    <dgm:pt modelId="{D91456EC-3E29-4888-9B81-FE62BB37CD18}" type="pres">
      <dgm:prSet presAssocID="{5CCCFB8B-D8A9-4158-A01E-E631C1579871}" presName="Name64" presStyleLbl="parChTrans1D2" presStyleIdx="1" presStyleCnt="2"/>
      <dgm:spPr/>
    </dgm:pt>
    <dgm:pt modelId="{8CA9DF26-7047-49FE-A773-D50BFB76F858}" type="pres">
      <dgm:prSet presAssocID="{AB7D6793-BFCF-4E79-B966-236E78C62110}" presName="hierRoot2" presStyleCnt="0">
        <dgm:presLayoutVars>
          <dgm:hierBranch val="init"/>
        </dgm:presLayoutVars>
      </dgm:prSet>
      <dgm:spPr/>
    </dgm:pt>
    <dgm:pt modelId="{8D5BA75B-AE43-4672-8CED-ACB287C8E26B}" type="pres">
      <dgm:prSet presAssocID="{AB7D6793-BFCF-4E79-B966-236E78C62110}" presName="rootComposite" presStyleCnt="0"/>
      <dgm:spPr/>
    </dgm:pt>
    <dgm:pt modelId="{2F3F22D1-6627-4FB6-A726-9649F37CA58A}" type="pres">
      <dgm:prSet presAssocID="{AB7D6793-BFCF-4E79-B966-236E78C62110}" presName="rootText" presStyleLbl="node2" presStyleIdx="1" presStyleCnt="2">
        <dgm:presLayoutVars>
          <dgm:chPref val="3"/>
        </dgm:presLayoutVars>
      </dgm:prSet>
      <dgm:spPr/>
    </dgm:pt>
    <dgm:pt modelId="{249A16B0-E107-40AC-B4BC-C79ABDA34F20}" type="pres">
      <dgm:prSet presAssocID="{AB7D6793-BFCF-4E79-B966-236E78C62110}" presName="rootConnector" presStyleLbl="node2" presStyleIdx="1" presStyleCnt="2"/>
      <dgm:spPr/>
    </dgm:pt>
    <dgm:pt modelId="{9975AEF1-7B08-48FF-9441-80B6D266E771}" type="pres">
      <dgm:prSet presAssocID="{AB7D6793-BFCF-4E79-B966-236E78C62110}" presName="hierChild4" presStyleCnt="0"/>
      <dgm:spPr/>
    </dgm:pt>
    <dgm:pt modelId="{D2E7BDF7-814B-479A-B5B3-FDE8378BD28C}" type="pres">
      <dgm:prSet presAssocID="{AB7D6793-BFCF-4E79-B966-236E78C62110}" presName="hierChild5" presStyleCnt="0"/>
      <dgm:spPr/>
    </dgm:pt>
    <dgm:pt modelId="{BBFA3A17-F3E7-4530-A75C-A890D28D5067}" type="pres">
      <dgm:prSet presAssocID="{0DBEFCF1-ADD8-422F-A68F-1612D53CD1C1}" presName="hierChild3" presStyleCnt="0"/>
      <dgm:spPr/>
    </dgm:pt>
  </dgm:ptLst>
  <dgm:cxnLst>
    <dgm:cxn modelId="{D8580B14-E686-4B84-AFBA-596CA2410EB6}" type="presOf" srcId="{5CCCFB8B-D8A9-4158-A01E-E631C1579871}" destId="{D91456EC-3E29-4888-9B81-FE62BB37CD18}" srcOrd="0" destOrd="0" presId="urn:microsoft.com/office/officeart/2009/3/layout/HorizontalOrganizationChart"/>
    <dgm:cxn modelId="{168E7B25-7B67-44EC-93F8-24202181B42C}" type="presOf" srcId="{AB7D6793-BFCF-4E79-B966-236E78C62110}" destId="{2F3F22D1-6627-4FB6-A726-9649F37CA58A}" srcOrd="0" destOrd="0" presId="urn:microsoft.com/office/officeart/2009/3/layout/HorizontalOrganizationChart"/>
    <dgm:cxn modelId="{E0116836-11C0-407E-A00C-CC05957CC381}" type="presOf" srcId="{0DBEFCF1-ADD8-422F-A68F-1612D53CD1C1}" destId="{D818BA0F-373E-44D9-A76F-1C967ED56EAF}" srcOrd="0" destOrd="0" presId="urn:microsoft.com/office/officeart/2009/3/layout/HorizontalOrganizationChart"/>
    <dgm:cxn modelId="{889A7F3C-ADAA-42D6-8EE8-E87DCBF7A7DE}" type="presOf" srcId="{878A7BC1-C3CC-4E71-8D13-D6337EC8F2A4}" destId="{008A96BD-F15E-4218-93DB-7C44001D1668}" srcOrd="1" destOrd="0" presId="urn:microsoft.com/office/officeart/2009/3/layout/HorizontalOrganizationChart"/>
    <dgm:cxn modelId="{56CE053E-4372-4BE3-A9F9-B29C17D75214}" type="presOf" srcId="{F217445B-4F70-456A-8B82-BFF0043D7FD0}" destId="{1F7E409E-E748-4D46-91CB-5BB1A5728966}" srcOrd="0" destOrd="0" presId="urn:microsoft.com/office/officeart/2009/3/layout/HorizontalOrganizationChart"/>
    <dgm:cxn modelId="{5B1D154F-1E09-4984-8FE8-ADA38A15704E}" type="presOf" srcId="{68525FAE-9405-450F-AFD1-525D1BF7FA29}" destId="{54F59169-43B5-430F-9A0C-CCA262E13031}" srcOrd="0" destOrd="0" presId="urn:microsoft.com/office/officeart/2009/3/layout/HorizontalOrganizationChart"/>
    <dgm:cxn modelId="{44BCF26F-C42B-4543-9500-F2F957E34688}" type="presOf" srcId="{AB7D6793-BFCF-4E79-B966-236E78C62110}" destId="{249A16B0-E107-40AC-B4BC-C79ABDA34F20}" srcOrd="1" destOrd="0" presId="urn:microsoft.com/office/officeart/2009/3/layout/HorizontalOrganizationChart"/>
    <dgm:cxn modelId="{16271554-E631-4EEB-A28F-2190AA146A1F}" srcId="{3EAAC84E-14AB-4366-A147-9DB3384889BF}" destId="{0DBEFCF1-ADD8-422F-A68F-1612D53CD1C1}" srcOrd="0" destOrd="0" parTransId="{1B36189D-12E9-44B5-8977-16FD47A8D944}" sibTransId="{DC0986E9-6BE5-4B3F-B523-B36195EA5596}"/>
    <dgm:cxn modelId="{244F6259-5351-42D5-831D-415BEFA5A3AA}" srcId="{0DBEFCF1-ADD8-422F-A68F-1612D53CD1C1}" destId="{AB7D6793-BFCF-4E79-B966-236E78C62110}" srcOrd="1" destOrd="0" parTransId="{5CCCFB8B-D8A9-4158-A01E-E631C1579871}" sibTransId="{6077C2B1-CAFE-414B-B220-59E271FB7218}"/>
    <dgm:cxn modelId="{766C957B-4DA7-43C3-A2C9-C23E883AED27}" srcId="{68525FAE-9405-450F-AFD1-525D1BF7FA29}" destId="{878A7BC1-C3CC-4E71-8D13-D6337EC8F2A4}" srcOrd="1" destOrd="0" parTransId="{6D143C95-66C0-4460-90DC-904D29903060}" sibTransId="{D0CB050F-E8E4-4DBE-AD07-5AE5DE7A75FD}"/>
    <dgm:cxn modelId="{4CBD8989-74AF-4361-A3A6-E9343160E58C}" type="presOf" srcId="{6D143C95-66C0-4460-90DC-904D29903060}" destId="{D36D7E2A-E00A-48CF-9B30-4B5617C82FDC}" srcOrd="0" destOrd="0" presId="urn:microsoft.com/office/officeart/2009/3/layout/HorizontalOrganizationChart"/>
    <dgm:cxn modelId="{17663E99-5F06-4B1E-A3C4-8B205EFE225F}" type="presOf" srcId="{0DBEFCF1-ADD8-422F-A68F-1612D53CD1C1}" destId="{39AD3E86-6D5B-4211-9DC6-F4E681CEECD8}" srcOrd="1" destOrd="0" presId="urn:microsoft.com/office/officeart/2009/3/layout/HorizontalOrganizationChart"/>
    <dgm:cxn modelId="{AA2DFDA2-AF57-4906-82E6-0D23A20EA69B}" type="presOf" srcId="{0BD8E702-8D2D-4A26-B235-984A67274933}" destId="{DCC2BE8F-0CFA-4CAB-9AB6-803E00A44F63}" srcOrd="0" destOrd="0" presId="urn:microsoft.com/office/officeart/2009/3/layout/HorizontalOrganizationChart"/>
    <dgm:cxn modelId="{08AEFBB3-C91A-4FA1-A4F9-C6B6A726D45D}" type="presOf" srcId="{BEEFCC0A-D84E-47CC-9F2D-4B6A3E7B19BD}" destId="{C75F6DD9-6844-4F6C-BF15-49A52550E27C}" srcOrd="0" destOrd="0" presId="urn:microsoft.com/office/officeart/2009/3/layout/HorizontalOrganizationChart"/>
    <dgm:cxn modelId="{300062B5-1921-477C-BE81-697C08191849}" type="presOf" srcId="{3EAAC84E-14AB-4366-A147-9DB3384889BF}" destId="{4DDFB69E-95EF-4C61-96B3-654B0EA771F9}" srcOrd="0" destOrd="0" presId="urn:microsoft.com/office/officeart/2009/3/layout/HorizontalOrganizationChart"/>
    <dgm:cxn modelId="{77FDBDD4-BBD3-427F-8C0E-00B2F9B3683B}" type="presOf" srcId="{68525FAE-9405-450F-AFD1-525D1BF7FA29}" destId="{2B08A739-58E7-45FA-BE6D-0891B2C260A2}" srcOrd="1" destOrd="0" presId="urn:microsoft.com/office/officeart/2009/3/layout/HorizontalOrganizationChart"/>
    <dgm:cxn modelId="{F55153D8-43D8-4B48-942C-D92B85FE383B}" srcId="{68525FAE-9405-450F-AFD1-525D1BF7FA29}" destId="{0BD8E702-8D2D-4A26-B235-984A67274933}" srcOrd="0" destOrd="0" parTransId="{F217445B-4F70-456A-8B82-BFF0043D7FD0}" sibTransId="{F5F57A6A-7D97-471D-9B0D-7C03D1DC63DF}"/>
    <dgm:cxn modelId="{20BFFAEC-1832-41F7-9F9C-64AE9BE23AED}" type="presOf" srcId="{0BD8E702-8D2D-4A26-B235-984A67274933}" destId="{43AD76C0-A71B-4381-B6B6-EACBAB71F94B}" srcOrd="1" destOrd="0" presId="urn:microsoft.com/office/officeart/2009/3/layout/HorizontalOrganizationChart"/>
    <dgm:cxn modelId="{1BE440EF-7867-4509-ADE1-04553E299983}" type="presOf" srcId="{878A7BC1-C3CC-4E71-8D13-D6337EC8F2A4}" destId="{03AEBCA7-8553-46C5-9D09-0B9A975440FC}" srcOrd="0" destOrd="0" presId="urn:microsoft.com/office/officeart/2009/3/layout/HorizontalOrganizationChart"/>
    <dgm:cxn modelId="{C96865FA-7458-44CE-BEFF-63F195A5ABCA}" srcId="{0DBEFCF1-ADD8-422F-A68F-1612D53CD1C1}" destId="{68525FAE-9405-450F-AFD1-525D1BF7FA29}" srcOrd="0" destOrd="0" parTransId="{BEEFCC0A-D84E-47CC-9F2D-4B6A3E7B19BD}" sibTransId="{DB82EB6A-39FF-4909-9808-BA0F19D1DFD3}"/>
    <dgm:cxn modelId="{A65BE7EA-169B-4BFD-BEC5-64CE97E3F485}" type="presParOf" srcId="{4DDFB69E-95EF-4C61-96B3-654B0EA771F9}" destId="{8EB3095E-D211-4716-BD55-8AD2F34ABE5B}" srcOrd="0" destOrd="0" presId="urn:microsoft.com/office/officeart/2009/3/layout/HorizontalOrganizationChart"/>
    <dgm:cxn modelId="{9A9456FB-6B47-4855-891F-C556E7460127}" type="presParOf" srcId="{8EB3095E-D211-4716-BD55-8AD2F34ABE5B}" destId="{83BE5C32-FBEE-457A-A8D1-C92972F3F57A}" srcOrd="0" destOrd="0" presId="urn:microsoft.com/office/officeart/2009/3/layout/HorizontalOrganizationChart"/>
    <dgm:cxn modelId="{704DA9C6-A18C-463A-8ED0-D6CB17DEF2D3}" type="presParOf" srcId="{83BE5C32-FBEE-457A-A8D1-C92972F3F57A}" destId="{D818BA0F-373E-44D9-A76F-1C967ED56EAF}" srcOrd="0" destOrd="0" presId="urn:microsoft.com/office/officeart/2009/3/layout/HorizontalOrganizationChart"/>
    <dgm:cxn modelId="{F09B9A68-9875-430D-9C60-6038505743D8}" type="presParOf" srcId="{83BE5C32-FBEE-457A-A8D1-C92972F3F57A}" destId="{39AD3E86-6D5B-4211-9DC6-F4E681CEECD8}" srcOrd="1" destOrd="0" presId="urn:microsoft.com/office/officeart/2009/3/layout/HorizontalOrganizationChart"/>
    <dgm:cxn modelId="{463FC8C3-6EC2-4C0B-AC02-B9EF2EF3BED4}" type="presParOf" srcId="{8EB3095E-D211-4716-BD55-8AD2F34ABE5B}" destId="{5CFE2090-2AB7-49F8-A740-29EAC8200555}" srcOrd="1" destOrd="0" presId="urn:microsoft.com/office/officeart/2009/3/layout/HorizontalOrganizationChart"/>
    <dgm:cxn modelId="{8F231F8C-0F94-44AA-9BFF-155373F05038}" type="presParOf" srcId="{5CFE2090-2AB7-49F8-A740-29EAC8200555}" destId="{C75F6DD9-6844-4F6C-BF15-49A52550E27C}" srcOrd="0" destOrd="0" presId="urn:microsoft.com/office/officeart/2009/3/layout/HorizontalOrganizationChart"/>
    <dgm:cxn modelId="{AC25CB85-5389-4B99-9295-9D50FC7B27D8}" type="presParOf" srcId="{5CFE2090-2AB7-49F8-A740-29EAC8200555}" destId="{5ED07C85-DE8C-4156-B046-A759367CF5A1}" srcOrd="1" destOrd="0" presId="urn:microsoft.com/office/officeart/2009/3/layout/HorizontalOrganizationChart"/>
    <dgm:cxn modelId="{533D8D37-E037-4867-8755-DEF675ADE7BE}" type="presParOf" srcId="{5ED07C85-DE8C-4156-B046-A759367CF5A1}" destId="{0790A948-6A51-4133-9441-8A09C481FC9B}" srcOrd="0" destOrd="0" presId="urn:microsoft.com/office/officeart/2009/3/layout/HorizontalOrganizationChart"/>
    <dgm:cxn modelId="{15E8DBA9-EA27-4EEA-AF72-B1C9386A2354}" type="presParOf" srcId="{0790A948-6A51-4133-9441-8A09C481FC9B}" destId="{54F59169-43B5-430F-9A0C-CCA262E13031}" srcOrd="0" destOrd="0" presId="urn:microsoft.com/office/officeart/2009/3/layout/HorizontalOrganizationChart"/>
    <dgm:cxn modelId="{623DA9D8-AA5F-4D65-9B8D-429045634B5E}" type="presParOf" srcId="{0790A948-6A51-4133-9441-8A09C481FC9B}" destId="{2B08A739-58E7-45FA-BE6D-0891B2C260A2}" srcOrd="1" destOrd="0" presId="urn:microsoft.com/office/officeart/2009/3/layout/HorizontalOrganizationChart"/>
    <dgm:cxn modelId="{34C87FEC-43A8-43A3-9EC6-AA337F797584}" type="presParOf" srcId="{5ED07C85-DE8C-4156-B046-A759367CF5A1}" destId="{5706947C-5BD7-4384-96C7-2DB4061BA4C5}" srcOrd="1" destOrd="0" presId="urn:microsoft.com/office/officeart/2009/3/layout/HorizontalOrganizationChart"/>
    <dgm:cxn modelId="{2BBB6C3B-3673-426C-8A08-F07C84E6B39D}" type="presParOf" srcId="{5706947C-5BD7-4384-96C7-2DB4061BA4C5}" destId="{1F7E409E-E748-4D46-91CB-5BB1A5728966}" srcOrd="0" destOrd="0" presId="urn:microsoft.com/office/officeart/2009/3/layout/HorizontalOrganizationChart"/>
    <dgm:cxn modelId="{D3942175-E5BA-4782-AB4C-96865AC70139}" type="presParOf" srcId="{5706947C-5BD7-4384-96C7-2DB4061BA4C5}" destId="{70F2E01C-45A4-44D0-B2E7-DDDF977DEEA5}" srcOrd="1" destOrd="0" presId="urn:microsoft.com/office/officeart/2009/3/layout/HorizontalOrganizationChart"/>
    <dgm:cxn modelId="{40AFABC3-374C-4368-B4F7-385794707C54}" type="presParOf" srcId="{70F2E01C-45A4-44D0-B2E7-DDDF977DEEA5}" destId="{445EF4FF-FE29-4E0D-B23C-0D022E415319}" srcOrd="0" destOrd="0" presId="urn:microsoft.com/office/officeart/2009/3/layout/HorizontalOrganizationChart"/>
    <dgm:cxn modelId="{49598AE6-EE00-4A99-B08B-B8C99057D054}" type="presParOf" srcId="{445EF4FF-FE29-4E0D-B23C-0D022E415319}" destId="{DCC2BE8F-0CFA-4CAB-9AB6-803E00A44F63}" srcOrd="0" destOrd="0" presId="urn:microsoft.com/office/officeart/2009/3/layout/HorizontalOrganizationChart"/>
    <dgm:cxn modelId="{212BE614-50CC-42D5-8A38-CBA43DF27274}" type="presParOf" srcId="{445EF4FF-FE29-4E0D-B23C-0D022E415319}" destId="{43AD76C0-A71B-4381-B6B6-EACBAB71F94B}" srcOrd="1" destOrd="0" presId="urn:microsoft.com/office/officeart/2009/3/layout/HorizontalOrganizationChart"/>
    <dgm:cxn modelId="{54A24C5D-C725-4963-B1E1-B5FE40C3F642}" type="presParOf" srcId="{70F2E01C-45A4-44D0-B2E7-DDDF977DEEA5}" destId="{3BB2E96B-55A4-4C02-BF6D-C6C16C25EECB}" srcOrd="1" destOrd="0" presId="urn:microsoft.com/office/officeart/2009/3/layout/HorizontalOrganizationChart"/>
    <dgm:cxn modelId="{421CC3AD-5499-4BF1-A946-3B31DB084281}" type="presParOf" srcId="{70F2E01C-45A4-44D0-B2E7-DDDF977DEEA5}" destId="{42823F85-69B8-4BB7-8C24-D18FF2EC97A8}" srcOrd="2" destOrd="0" presId="urn:microsoft.com/office/officeart/2009/3/layout/HorizontalOrganizationChart"/>
    <dgm:cxn modelId="{E4DB7045-7DB8-4653-8317-8D76BE00F7EC}" type="presParOf" srcId="{5706947C-5BD7-4384-96C7-2DB4061BA4C5}" destId="{D36D7E2A-E00A-48CF-9B30-4B5617C82FDC}" srcOrd="2" destOrd="0" presId="urn:microsoft.com/office/officeart/2009/3/layout/HorizontalOrganizationChart"/>
    <dgm:cxn modelId="{50B59500-4028-422A-8A27-DDCFDD7EC15E}" type="presParOf" srcId="{5706947C-5BD7-4384-96C7-2DB4061BA4C5}" destId="{9FE83573-CEC4-4DDA-92DD-C5BA58C1CEF9}" srcOrd="3" destOrd="0" presId="urn:microsoft.com/office/officeart/2009/3/layout/HorizontalOrganizationChart"/>
    <dgm:cxn modelId="{89A2A7A6-AB30-4D4A-8774-CC5C8BE296DD}" type="presParOf" srcId="{9FE83573-CEC4-4DDA-92DD-C5BA58C1CEF9}" destId="{8147EB47-8687-42F3-970D-5066361ED2CD}" srcOrd="0" destOrd="0" presId="urn:microsoft.com/office/officeart/2009/3/layout/HorizontalOrganizationChart"/>
    <dgm:cxn modelId="{3358F4D3-9DFB-4996-9E6F-100F210C0C32}" type="presParOf" srcId="{8147EB47-8687-42F3-970D-5066361ED2CD}" destId="{03AEBCA7-8553-46C5-9D09-0B9A975440FC}" srcOrd="0" destOrd="0" presId="urn:microsoft.com/office/officeart/2009/3/layout/HorizontalOrganizationChart"/>
    <dgm:cxn modelId="{42B5F9FD-86B7-461E-BBF3-8DC40EC8FDA0}" type="presParOf" srcId="{8147EB47-8687-42F3-970D-5066361ED2CD}" destId="{008A96BD-F15E-4218-93DB-7C44001D1668}" srcOrd="1" destOrd="0" presId="urn:microsoft.com/office/officeart/2009/3/layout/HorizontalOrganizationChart"/>
    <dgm:cxn modelId="{C382D2DB-B398-457F-BF46-0C5DFEC94AFA}" type="presParOf" srcId="{9FE83573-CEC4-4DDA-92DD-C5BA58C1CEF9}" destId="{64849954-E06F-419B-BD42-5FC87659F920}" srcOrd="1" destOrd="0" presId="urn:microsoft.com/office/officeart/2009/3/layout/HorizontalOrganizationChart"/>
    <dgm:cxn modelId="{F6EE2467-E7FE-4E8E-BD7E-29B0DE199D48}" type="presParOf" srcId="{9FE83573-CEC4-4DDA-92DD-C5BA58C1CEF9}" destId="{B9C57585-0E0D-4564-A344-E551B4EDBC4E}" srcOrd="2" destOrd="0" presId="urn:microsoft.com/office/officeart/2009/3/layout/HorizontalOrganizationChart"/>
    <dgm:cxn modelId="{01C1D668-63A2-4569-8C30-99A98AD8388A}" type="presParOf" srcId="{5ED07C85-DE8C-4156-B046-A759367CF5A1}" destId="{0A721D9B-6E2C-49F0-AD07-FB317C0D62B2}" srcOrd="2" destOrd="0" presId="urn:microsoft.com/office/officeart/2009/3/layout/HorizontalOrganizationChart"/>
    <dgm:cxn modelId="{C86D3CFB-1AD4-49F5-BF82-591C62670D62}" type="presParOf" srcId="{5CFE2090-2AB7-49F8-A740-29EAC8200555}" destId="{D91456EC-3E29-4888-9B81-FE62BB37CD18}" srcOrd="2" destOrd="0" presId="urn:microsoft.com/office/officeart/2009/3/layout/HorizontalOrganizationChart"/>
    <dgm:cxn modelId="{7349C375-EBFE-4AD4-B4DA-F26CF17E9664}" type="presParOf" srcId="{5CFE2090-2AB7-49F8-A740-29EAC8200555}" destId="{8CA9DF26-7047-49FE-A773-D50BFB76F858}" srcOrd="3" destOrd="0" presId="urn:microsoft.com/office/officeart/2009/3/layout/HorizontalOrganizationChart"/>
    <dgm:cxn modelId="{8483603B-DE8C-4B97-8FBB-863C845BE487}" type="presParOf" srcId="{8CA9DF26-7047-49FE-A773-D50BFB76F858}" destId="{8D5BA75B-AE43-4672-8CED-ACB287C8E26B}" srcOrd="0" destOrd="0" presId="urn:microsoft.com/office/officeart/2009/3/layout/HorizontalOrganizationChart"/>
    <dgm:cxn modelId="{E9159C54-A97B-43BC-9351-B534FF54D40D}" type="presParOf" srcId="{8D5BA75B-AE43-4672-8CED-ACB287C8E26B}" destId="{2F3F22D1-6627-4FB6-A726-9649F37CA58A}" srcOrd="0" destOrd="0" presId="urn:microsoft.com/office/officeart/2009/3/layout/HorizontalOrganizationChart"/>
    <dgm:cxn modelId="{E1A2C0F1-57E2-48A6-8FC1-B4B50D42BA24}" type="presParOf" srcId="{8D5BA75B-AE43-4672-8CED-ACB287C8E26B}" destId="{249A16B0-E107-40AC-B4BC-C79ABDA34F20}" srcOrd="1" destOrd="0" presId="urn:microsoft.com/office/officeart/2009/3/layout/HorizontalOrganizationChart"/>
    <dgm:cxn modelId="{ED8C8760-9D8B-4331-B5A2-C2A3A3C84937}" type="presParOf" srcId="{8CA9DF26-7047-49FE-A773-D50BFB76F858}" destId="{9975AEF1-7B08-48FF-9441-80B6D266E771}" srcOrd="1" destOrd="0" presId="urn:microsoft.com/office/officeart/2009/3/layout/HorizontalOrganizationChart"/>
    <dgm:cxn modelId="{E21A4711-A229-4EF2-ADCE-2FAB9148C520}" type="presParOf" srcId="{8CA9DF26-7047-49FE-A773-D50BFB76F858}" destId="{D2E7BDF7-814B-479A-B5B3-FDE8378BD28C}" srcOrd="2" destOrd="0" presId="urn:microsoft.com/office/officeart/2009/3/layout/HorizontalOrganizationChart"/>
    <dgm:cxn modelId="{45CF7F45-825D-4B52-886B-EF5C96B928AE}" type="presParOf" srcId="{8EB3095E-D211-4716-BD55-8AD2F34ABE5B}" destId="{BBFA3A17-F3E7-4530-A75C-A890D28D5067}" srcOrd="2" destOrd="0" presId="urn:microsoft.com/office/officeart/2009/3/layout/HorizontalOrganizationChar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91456EC-3E29-4888-9B81-FE62BB37CD18}">
      <dsp:nvSpPr>
        <dsp:cNvPr id="0" name=""/>
        <dsp:cNvSpPr/>
      </dsp:nvSpPr>
      <dsp:spPr>
        <a:xfrm>
          <a:off x="3094541" y="2507883"/>
          <a:ext cx="618073" cy="664429"/>
        </a:xfrm>
        <a:custGeom>
          <a:avLst/>
          <a:gdLst/>
          <a:ahLst/>
          <a:cxnLst/>
          <a:rect l="0" t="0" r="0" b="0"/>
          <a:pathLst>
            <a:path>
              <a:moveTo>
                <a:pt x="0" y="0"/>
              </a:moveTo>
              <a:lnTo>
                <a:pt x="309036" y="0"/>
              </a:lnTo>
              <a:lnTo>
                <a:pt x="309036" y="664429"/>
              </a:lnTo>
              <a:lnTo>
                <a:pt x="618073" y="664429"/>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36D7E2A-E00A-48CF-9B30-4B5617C82FDC}">
      <dsp:nvSpPr>
        <dsp:cNvPr id="0" name=""/>
        <dsp:cNvSpPr/>
      </dsp:nvSpPr>
      <dsp:spPr>
        <a:xfrm>
          <a:off x="6802984" y="1843454"/>
          <a:ext cx="618073" cy="664429"/>
        </a:xfrm>
        <a:custGeom>
          <a:avLst/>
          <a:gdLst/>
          <a:ahLst/>
          <a:cxnLst/>
          <a:rect l="0" t="0" r="0" b="0"/>
          <a:pathLst>
            <a:path>
              <a:moveTo>
                <a:pt x="0" y="0"/>
              </a:moveTo>
              <a:lnTo>
                <a:pt x="309036" y="0"/>
              </a:lnTo>
              <a:lnTo>
                <a:pt x="309036" y="664429"/>
              </a:lnTo>
              <a:lnTo>
                <a:pt x="618073" y="664429"/>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1F7E409E-E748-4D46-91CB-5BB1A5728966}">
      <dsp:nvSpPr>
        <dsp:cNvPr id="0" name=""/>
        <dsp:cNvSpPr/>
      </dsp:nvSpPr>
      <dsp:spPr>
        <a:xfrm>
          <a:off x="6802984" y="1179024"/>
          <a:ext cx="618073" cy="664429"/>
        </a:xfrm>
        <a:custGeom>
          <a:avLst/>
          <a:gdLst/>
          <a:ahLst/>
          <a:cxnLst/>
          <a:rect l="0" t="0" r="0" b="0"/>
          <a:pathLst>
            <a:path>
              <a:moveTo>
                <a:pt x="0" y="664429"/>
              </a:moveTo>
              <a:lnTo>
                <a:pt x="309036" y="664429"/>
              </a:lnTo>
              <a:lnTo>
                <a:pt x="309036" y="0"/>
              </a:lnTo>
              <a:lnTo>
                <a:pt x="618073" y="0"/>
              </a:lnTo>
            </a:path>
          </a:pathLst>
        </a:custGeom>
        <a:noFill/>
        <a:ln w="19050" cap="flat" cmpd="sng" algn="ctr">
          <a:solidFill>
            <a:schemeClr val="accent1">
              <a:shade val="8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75F6DD9-6844-4F6C-BF15-49A52550E27C}">
      <dsp:nvSpPr>
        <dsp:cNvPr id="0" name=""/>
        <dsp:cNvSpPr/>
      </dsp:nvSpPr>
      <dsp:spPr>
        <a:xfrm>
          <a:off x="3094541" y="1843454"/>
          <a:ext cx="618073" cy="664429"/>
        </a:xfrm>
        <a:custGeom>
          <a:avLst/>
          <a:gdLst/>
          <a:ahLst/>
          <a:cxnLst/>
          <a:rect l="0" t="0" r="0" b="0"/>
          <a:pathLst>
            <a:path>
              <a:moveTo>
                <a:pt x="0" y="664429"/>
              </a:moveTo>
              <a:lnTo>
                <a:pt x="309036" y="664429"/>
              </a:lnTo>
              <a:lnTo>
                <a:pt x="309036" y="0"/>
              </a:lnTo>
              <a:lnTo>
                <a:pt x="618073" y="0"/>
              </a:lnTo>
            </a:path>
          </a:pathLst>
        </a:custGeom>
        <a:noFill/>
        <a:ln w="19050" cap="flat" cmpd="sng" algn="ctr">
          <a:solidFill>
            <a:schemeClr val="accent1">
              <a:shade val="60000"/>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D818BA0F-373E-44D9-A76F-1C967ED56EAF}">
      <dsp:nvSpPr>
        <dsp:cNvPr id="0" name=""/>
        <dsp:cNvSpPr/>
      </dsp:nvSpPr>
      <dsp:spPr>
        <a:xfrm>
          <a:off x="4171" y="2036602"/>
          <a:ext cx="3090369" cy="94256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195" tIns="36195" rIns="36195" bIns="36195" numCol="1" spcCol="1270" anchor="ctr" anchorCtr="0">
          <a:noAutofit/>
        </a:bodyPr>
        <a:lstStyle/>
        <a:p>
          <a:pPr marL="0" lvl="0" indent="0" algn="ctr" defTabSz="2533650">
            <a:lnSpc>
              <a:spcPct val="90000"/>
            </a:lnSpc>
            <a:spcBef>
              <a:spcPct val="0"/>
            </a:spcBef>
            <a:spcAft>
              <a:spcPct val="35000"/>
            </a:spcAft>
            <a:buNone/>
          </a:pPr>
          <a:r>
            <a:rPr lang="fr-FR" sz="5700" kern="1200" dirty="0"/>
            <a:t>Atome</a:t>
          </a:r>
        </a:p>
      </dsp:txBody>
      <dsp:txXfrm>
        <a:off x="4171" y="2036602"/>
        <a:ext cx="3090369" cy="942562"/>
      </dsp:txXfrm>
    </dsp:sp>
    <dsp:sp modelId="{54F59169-43B5-430F-9A0C-CCA262E13031}">
      <dsp:nvSpPr>
        <dsp:cNvPr id="0" name=""/>
        <dsp:cNvSpPr/>
      </dsp:nvSpPr>
      <dsp:spPr>
        <a:xfrm>
          <a:off x="3712615" y="1372172"/>
          <a:ext cx="3090369" cy="94256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195" tIns="36195" rIns="36195" bIns="36195" numCol="1" spcCol="1270" anchor="ctr" anchorCtr="0">
          <a:noAutofit/>
        </a:bodyPr>
        <a:lstStyle/>
        <a:p>
          <a:pPr marL="0" lvl="0" indent="0" algn="ctr" defTabSz="2533650">
            <a:lnSpc>
              <a:spcPct val="90000"/>
            </a:lnSpc>
            <a:spcBef>
              <a:spcPct val="0"/>
            </a:spcBef>
            <a:spcAft>
              <a:spcPct val="35000"/>
            </a:spcAft>
            <a:buNone/>
          </a:pPr>
          <a:r>
            <a:rPr lang="fr-FR" sz="5700" kern="1200" dirty="0"/>
            <a:t>Nucléons </a:t>
          </a:r>
        </a:p>
      </dsp:txBody>
      <dsp:txXfrm>
        <a:off x="3712615" y="1372172"/>
        <a:ext cx="3090369" cy="942562"/>
      </dsp:txXfrm>
    </dsp:sp>
    <dsp:sp modelId="{DCC2BE8F-0CFA-4CAB-9AB6-803E00A44F63}">
      <dsp:nvSpPr>
        <dsp:cNvPr id="0" name=""/>
        <dsp:cNvSpPr/>
      </dsp:nvSpPr>
      <dsp:spPr>
        <a:xfrm>
          <a:off x="7421058" y="707743"/>
          <a:ext cx="3090369" cy="94256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195" tIns="36195" rIns="36195" bIns="36195" numCol="1" spcCol="1270" anchor="ctr" anchorCtr="0">
          <a:noAutofit/>
        </a:bodyPr>
        <a:lstStyle/>
        <a:p>
          <a:pPr marL="0" lvl="0" indent="0" algn="ctr" defTabSz="2533650">
            <a:lnSpc>
              <a:spcPct val="90000"/>
            </a:lnSpc>
            <a:spcBef>
              <a:spcPct val="0"/>
            </a:spcBef>
            <a:spcAft>
              <a:spcPct val="35000"/>
            </a:spcAft>
            <a:buNone/>
          </a:pPr>
          <a:r>
            <a:rPr lang="fr-FR" sz="5700" kern="1200" dirty="0"/>
            <a:t>Protons </a:t>
          </a:r>
        </a:p>
      </dsp:txBody>
      <dsp:txXfrm>
        <a:off x="7421058" y="707743"/>
        <a:ext cx="3090369" cy="942562"/>
      </dsp:txXfrm>
    </dsp:sp>
    <dsp:sp modelId="{03AEBCA7-8553-46C5-9D09-0B9A975440FC}">
      <dsp:nvSpPr>
        <dsp:cNvPr id="0" name=""/>
        <dsp:cNvSpPr/>
      </dsp:nvSpPr>
      <dsp:spPr>
        <a:xfrm>
          <a:off x="7421058" y="2036602"/>
          <a:ext cx="3090369" cy="94256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195" tIns="36195" rIns="36195" bIns="36195" numCol="1" spcCol="1270" anchor="ctr" anchorCtr="0">
          <a:noAutofit/>
        </a:bodyPr>
        <a:lstStyle/>
        <a:p>
          <a:pPr marL="0" lvl="0" indent="0" algn="ctr" defTabSz="2533650">
            <a:lnSpc>
              <a:spcPct val="90000"/>
            </a:lnSpc>
            <a:spcBef>
              <a:spcPct val="0"/>
            </a:spcBef>
            <a:spcAft>
              <a:spcPct val="35000"/>
            </a:spcAft>
            <a:buNone/>
          </a:pPr>
          <a:r>
            <a:rPr lang="fr-FR" sz="5700" kern="1200" dirty="0"/>
            <a:t>Neutrons </a:t>
          </a:r>
        </a:p>
      </dsp:txBody>
      <dsp:txXfrm>
        <a:off x="7421058" y="2036602"/>
        <a:ext cx="3090369" cy="942562"/>
      </dsp:txXfrm>
    </dsp:sp>
    <dsp:sp modelId="{2F3F22D1-6627-4FB6-A726-9649F37CA58A}">
      <dsp:nvSpPr>
        <dsp:cNvPr id="0" name=""/>
        <dsp:cNvSpPr/>
      </dsp:nvSpPr>
      <dsp:spPr>
        <a:xfrm>
          <a:off x="3712615" y="2701031"/>
          <a:ext cx="3090369" cy="942562"/>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6195" tIns="36195" rIns="36195" bIns="36195" numCol="1" spcCol="1270" anchor="ctr" anchorCtr="0">
          <a:noAutofit/>
        </a:bodyPr>
        <a:lstStyle/>
        <a:p>
          <a:pPr marL="0" lvl="0" indent="0" algn="ctr" defTabSz="2533650">
            <a:lnSpc>
              <a:spcPct val="90000"/>
            </a:lnSpc>
            <a:spcBef>
              <a:spcPct val="0"/>
            </a:spcBef>
            <a:spcAft>
              <a:spcPct val="35000"/>
            </a:spcAft>
            <a:buNone/>
          </a:pPr>
          <a:r>
            <a:rPr lang="fr-FR" sz="5700" kern="1200" dirty="0"/>
            <a:t>Électrons </a:t>
          </a:r>
        </a:p>
      </dsp:txBody>
      <dsp:txXfrm>
        <a:off x="3712615" y="2701031"/>
        <a:ext cx="3090369" cy="942562"/>
      </dsp:txXfrm>
    </dsp:sp>
  </dsp:spTree>
</dsp:drawing>
</file>

<file path=ppt/diagrams/layout1.xml><?xml version="1.0" encoding="utf-8"?>
<dgm:layoutDef xmlns:dgm="http://schemas.openxmlformats.org/drawingml/2006/diagram" xmlns:a="http://schemas.openxmlformats.org/drawingml/2006/main" uniqueId="urn:microsoft.com/office/officeart/2009/3/layout/HorizontalOrganizationChart">
  <dgm:title val=""/>
  <dgm:desc val=""/>
  <dgm:catLst>
    <dgm:cat type="hierarchy" pri="43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T"/>
          <dgm:param type="chAlign" val="l"/>
        </dgm:alg>
      </dgm:if>
      <dgm:else name="Name2">
        <dgm:alg type="hierChild">
          <dgm:param type="linDir" val="fromT"/>
          <dgm:param type="chAlign" val="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305"/>
      <dgm:constr type="w" for="des" forName="rootComposite" refType="w" fact="10"/>
      <dgm:constr type="h" for="des" forName="rootComposite" refType="w" refFor="des" refForName="rootComposite1" fact="0.305"/>
      <dgm:constr type="w" for="des" forName="rootComposite3" refType="w" fact="10"/>
      <dgm:constr type="h" for="des" forName="rootComposite3" refType="w" refFor="des" refForName="rootComposite1" fact="0.305"/>
      <dgm:constr type="primFontSz" for="des" ptType="node" op="equ"/>
      <dgm:constr type="sp" for="des" op="equ"/>
      <dgm:constr type="sp" for="des" forName="hierRoot1" refType="w" refFor="des" refForName="rootComposite1" fact="0.2"/>
      <dgm:constr type="sp" for="des" forName="hierRoot2" refType="sp" refFor="des" refForName="hierRoot1"/>
      <dgm:constr type="sp" for="des" forName="hierRoot3" refType="sp" refFor="des" refForName="hierRoot1"/>
      <dgm:constr type="sibSp" refType="w" refFor="des" refForName="rootComposite1" fact="0.125"/>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125"/>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func="var" arg="dir" op="equ" val="norm">
                  <dgm:alg type="hierRoot">
                    <dgm:param type="hierAlign" val="lT"/>
                  </dgm:alg>
                  <dgm:constrLst>
                    <dgm:constr type="alignOff" val="0.75"/>
                  </dgm:constrLst>
                </dgm:if>
                <dgm:else name="Name9">
                  <dgm:alg type="hierRoot">
                    <dgm:param type="hierAlign" val="rT"/>
                  </dgm:alg>
                  <dgm:constrLst>
                    <dgm:constr type="alignOff" val="0.75"/>
                  </dgm:constrLst>
                </dgm:else>
              </dgm:choose>
            </dgm:if>
            <dgm:if name="Name10" func="var" arg="hierBranch" op="equ" val="r">
              <dgm:choose name="Name11">
                <dgm:if name="Name12" func="var" arg="dir" op="equ" val="norm">
                  <dgm:alg type="hierRoot">
                    <dgm:param type="hierAlign" val="lB"/>
                  </dgm:alg>
                  <dgm:constrLst>
                    <dgm:constr type="alignOff" val="0.75"/>
                  </dgm:constrLst>
                </dgm:if>
                <dgm:else name="Name13">
                  <dgm:alg type="hierRoot">
                    <dgm:param type="hierAlign" val="rB"/>
                  </dgm:alg>
                  <dgm:constrLst>
                    <dgm:constr type="alignOff" val="0.75"/>
                  </dgm:constrLst>
                </dgm:else>
              </dgm:choose>
            </dgm:if>
            <dgm:if name="Name14" func="var" arg="hierBranch" op="equ" val="hang">
              <dgm:choose name="Name15">
                <dgm:if name="Name16" func="var" arg="dir" op="equ" val="norm">
                  <dgm:alg type="hierRoot">
                    <dgm:param type="hierAlign" val="lCtrCh"/>
                  </dgm:alg>
                  <dgm:constrLst>
                    <dgm:constr type="alignOff" val="0.65"/>
                  </dgm:constrLst>
                </dgm:if>
                <dgm:else name="Name17">
                  <dgm:alg type="hierRoot">
                    <dgm:param type="hierAlign" val="rCtrCh"/>
                  </dgm:alg>
                  <dgm:constrLst>
                    <dgm:constr type="alignOff" val="0.65"/>
                  </dgm:constrLst>
                </dgm:else>
              </dgm:choose>
            </dgm:if>
            <dgm:else name="Name18">
              <dgm:choose name="Name19">
                <dgm:if name="Name20" func="var" arg="dir" op="equ" val="norm">
                  <dgm:alg type="hierRoot">
                    <dgm:param type="hierAlign" val="lCtrCh"/>
                  </dgm:alg>
                  <dgm:constrLst>
                    <dgm:constr type="alignOff"/>
                    <dgm:constr type="bendDist" for="des" ptType="parTrans" refType="sp" fact="0.5"/>
                  </dgm:constrLst>
                </dgm:if>
                <dgm:else name="Name21">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22">
              <dgm:if name="Name23"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24"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25"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6">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7">
              <dgm:if name="Name28" func="var" arg="hierBranch" op="equ" val="l">
                <dgm:choose name="Name29">
                  <dgm:if name="Name30" func="var" arg="dir" op="equ" val="norm">
                    <dgm:alg type="hierChild">
                      <dgm:param type="chAlign" val="t"/>
                      <dgm:param type="linDir" val="fromL"/>
                    </dgm:alg>
                  </dgm:if>
                  <dgm:else name="Name31">
                    <dgm:alg type="hierChild">
                      <dgm:param type="chAlign" val="t"/>
                      <dgm:param type="linDir" val="fromR"/>
                    </dgm:alg>
                  </dgm:else>
                </dgm:choose>
              </dgm:if>
              <dgm:if name="Name32" func="var" arg="hierBranch" op="equ" val="r">
                <dgm:choose name="Name33">
                  <dgm:if name="Name34" func="var" arg="dir" op="equ" val="norm">
                    <dgm:alg type="hierChild">
                      <dgm:param type="chAlign" val="b"/>
                      <dgm:param type="linDir" val="fromL"/>
                    </dgm:alg>
                  </dgm:if>
                  <dgm:else name="Name35">
                    <dgm:alg type="hierChild">
                      <dgm:param type="chAlign" val="b"/>
                      <dgm:param type="linDir" val="fromR"/>
                    </dgm:alg>
                  </dgm:else>
                </dgm:choose>
              </dgm:if>
              <dgm:if name="Name36" func="var" arg="hierBranch" op="equ" val="hang">
                <dgm:choose name="Name37">
                  <dgm:if name="Name38" func="var" arg="dir" op="equ" val="norm">
                    <dgm:alg type="hierChild">
                      <dgm:param type="chAlign" val="l"/>
                      <dgm:param type="linDir" val="fromT"/>
                      <dgm:param type="secChAlign" val="t"/>
                      <dgm:param type="secLinDir" val="fromL"/>
                    </dgm:alg>
                  </dgm:if>
                  <dgm:else name="Name39">
                    <dgm:alg type="hierChild">
                      <dgm:param type="chAlign" val="r"/>
                      <dgm:param type="linDir" val="fromT"/>
                      <dgm:param type="secChAlign" val="t"/>
                      <dgm:param type="secLinDir" val="fromR"/>
                    </dgm:alg>
                  </dgm:else>
                </dgm:choose>
              </dgm:if>
              <dgm:else name="Name40">
                <dgm:choose name="Name41">
                  <dgm:if name="Name42" func="var" arg="dir" op="equ" val="norm">
                    <dgm:alg type="hierChild">
                      <dgm:param type="linDir" val="fromT"/>
                      <dgm:param type="chAlign" val="l"/>
                    </dgm:alg>
                  </dgm:if>
                  <dgm:else name="Name43">
                    <dgm:alg type="hierChild">
                      <dgm:param type="linDir" val="fromT"/>
                      <dgm:param type="chAlign" val="r"/>
                    </dgm:alg>
                  </dgm:else>
                </dgm:choose>
              </dgm:else>
            </dgm:choose>
            <dgm:shape xmlns:r="http://schemas.openxmlformats.org/officeDocument/2006/relationships" r:blip="">
              <dgm:adjLst/>
            </dgm:shape>
            <dgm:presOf/>
            <dgm:constrLst/>
            <dgm:ruleLst/>
            <dgm:forEach name="rep2a" axis="ch" ptType="nonAsst">
              <dgm:forEach name="Name44" axis="precedSib" ptType="parTrans" st="-1" cnt="1">
                <dgm:choose name="Name45">
                  <dgm:if name="Name46" func="var" arg="hierBranch" op="equ" val="hang">
                    <dgm:layoutNode name="Name47">
                      <dgm:choose name="Name48">
                        <dgm:if name="Name49" func="var" arg="dir" op="equ" val="norm">
                          <dgm:alg type="conn">
                            <dgm:param type="connRout" val="bend"/>
                            <dgm:param type="dim" val="1D"/>
                            <dgm:param type="endSty" val="noArr"/>
                            <dgm:param type="begPts" val="midR"/>
                            <dgm:param type="endPts" val="bCtr tCtr"/>
                          </dgm:alg>
                        </dgm:if>
                        <dgm:else name="Name50">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1" func="var" arg="hierBranch" op="equ" val="l">
                    <dgm:layoutNode name="Name52">
                      <dgm:choose name="Name53">
                        <dgm:if name="Name54" func="var" arg="dir" op="equ" val="norm">
                          <dgm:alg type="conn">
                            <dgm:param type="connRout" val="bend"/>
                            <dgm:param type="dim" val="1D"/>
                            <dgm:param type="endSty" val="noArr"/>
                            <dgm:param type="begPts" val="midR"/>
                            <dgm:param type="endPts" val="tCtr"/>
                          </dgm:alg>
                        </dgm:if>
                        <dgm:else name="Name55">
                          <dgm:alg type="conn">
                            <dgm:param type="connRout" val="bend"/>
                            <dgm:param type="dim" val="1D"/>
                            <dgm:param type="endSty" val="noArr"/>
                            <dgm:param type="begPts" val="midL"/>
                            <dgm:param type="endPts" val="tCtr"/>
                          </dgm:alg>
                        </dgm:else>
                      </dgm:choose>
                      <dgm:shape xmlns:r="http://schemas.openxmlformats.org/officeDocument/2006/relationships" type="conn" r:blip="" zOrderOff="-99999">
                        <dgm:adjLst/>
                      </dgm:shape>
                      <dgm:presOf axis="self"/>
                      <dgm:constrLst>
                        <dgm:constr type="begPad"/>
                        <dgm:constr type="endPad"/>
                      </dgm:constrLst>
                      <dgm:ruleLst/>
                    </dgm:layoutNode>
                  </dgm:if>
                  <dgm:if name="Name56" func="var" arg="hierBranch" op="equ" val="r">
                    <dgm:layoutNode name="Name57">
                      <dgm:choose name="Name58">
                        <dgm:if name="Name59" func="var" arg="dir" op="equ" val="norm">
                          <dgm:alg type="conn">
                            <dgm:param type="connRout" val="bend"/>
                            <dgm:param type="dim" val="1D"/>
                            <dgm:param type="endSty" val="noArr"/>
                            <dgm:param type="begPts" val="midR"/>
                            <dgm:param type="endPts" val="bCtr"/>
                          </dgm:alg>
                        </dgm:if>
                        <dgm:else name="Name60">
                          <dgm:alg type="conn">
                            <dgm:param type="connRout" val="bend"/>
                            <dgm:param type="dim" val="1D"/>
                            <dgm:param type="endSty" val="noArr"/>
                            <dgm:param type="begPts" val="midL"/>
                            <dgm:param type="endPts" val="bCtr"/>
                          </dgm:alg>
                        </dgm:else>
                      </dgm:choose>
                      <dgm:shape xmlns:r="http://schemas.openxmlformats.org/officeDocument/2006/relationships" type="conn" r:blip="" zOrderOff="-99999">
                        <dgm:adjLst/>
                      </dgm:shape>
                      <dgm:presOf axis="self"/>
                      <dgm:constrLst>
                        <dgm:constr type="begPad"/>
                        <dgm:constr type="endPad"/>
                      </dgm:constrLst>
                      <dgm:ruleLst/>
                    </dgm:layoutNode>
                  </dgm:if>
                  <dgm:else name="Name61">
                    <dgm:choose name="Name62">
                      <dgm:if name="Name63" func="var" arg="dir" op="equ" val="norm">
                        <dgm:layoutNode name="Name64">
                          <dgm:alg type="conn">
                            <dgm:param type="connRout" val="bend"/>
                            <dgm:param type="dim" val="1D"/>
                            <dgm:param type="endSty" val="noArr"/>
                            <dgm:param type="begPts" val="midR"/>
                            <dgm:param type="endPts" val="midL"/>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else name="Name65">
                        <dgm:layoutNode name="Name66">
                          <dgm:alg type="conn">
                            <dgm:param type="connRout" val="bend"/>
                            <dgm:param type="dim" val="1D"/>
                            <dgm:param type="endSty" val="noArr"/>
                            <dgm:param type="begPts" val="midL"/>
                            <dgm:param type="endPts" val="midR"/>
                            <dgm:param type="bendPt" val="end"/>
                          </dgm:alg>
                          <dgm:shape xmlns:r="http://schemas.openxmlformats.org/officeDocument/2006/relationships" type="conn" r:blip="" zOrderOff="-99999">
                            <dgm:adjLst/>
                          </dgm:shape>
                          <dgm:presOf axis="self"/>
                          <dgm:constrLst>
                            <dgm:constr type="begPad"/>
                            <dgm:constr type="endPad"/>
                          </dgm:constrLst>
                          <dgm:ruleLst/>
                        </dgm:layoutNode>
                      </dgm:else>
                    </dgm:choose>
                  </dgm:else>
                </dgm:choose>
              </dgm:forEach>
              <dgm:layoutNode name="hierRoot2">
                <dgm:varLst>
                  <dgm:hierBranch val="init"/>
                </dgm:varLst>
                <dgm:choose name="Name67">
                  <dgm:if name="Name68" func="var" arg="hierBranch" op="equ" val="l">
                    <dgm:choose name="Name69">
                      <dgm:if name="Name70" func="var" arg="dir" op="equ" val="norm">
                        <dgm:alg type="hierRoot">
                          <dgm:param type="hierAlign" val="lT"/>
                        </dgm:alg>
                        <dgm:constrLst>
                          <dgm:constr type="alignOff" val="0.75"/>
                        </dgm:constrLst>
                      </dgm:if>
                      <dgm:else name="Name71">
                        <dgm:alg type="hierRoot">
                          <dgm:param type="hierAlign" val="rT"/>
                        </dgm:alg>
                        <dgm:constrLst>
                          <dgm:constr type="alignOff" val="0.75"/>
                        </dgm:constrLst>
                      </dgm:else>
                    </dgm:choose>
                  </dgm:if>
                  <dgm:if name="Name72" func="var" arg="hierBranch" op="equ" val="r">
                    <dgm:choose name="Name73">
                      <dgm:if name="Name74" func="var" arg="dir" op="equ" val="norm">
                        <dgm:alg type="hierRoot">
                          <dgm:param type="hierAlign" val="lB"/>
                        </dgm:alg>
                        <dgm:constrLst>
                          <dgm:constr type="alignOff" val="0.75"/>
                        </dgm:constrLst>
                      </dgm:if>
                      <dgm:else name="Name75">
                        <dgm:alg type="hierRoot">
                          <dgm:param type="hierAlign" val="rB"/>
                        </dgm:alg>
                        <dgm:constrLst>
                          <dgm:constr type="alignOff" val="0.75"/>
                        </dgm:constrLst>
                      </dgm:else>
                    </dgm:choose>
                  </dgm:if>
                  <dgm:if name="Name76" func="var" arg="hierBranch" op="equ" val="hang">
                    <dgm:choose name="Name77">
                      <dgm:if name="Name78" func="var" arg="dir" op="equ" val="norm">
                        <dgm:alg type="hierRoot">
                          <dgm:param type="hierAlign" val="lCtrCh"/>
                        </dgm:alg>
                        <dgm:constrLst>
                          <dgm:constr type="alignOff" val="0.65"/>
                        </dgm:constrLst>
                      </dgm:if>
                      <dgm:else name="Name79">
                        <dgm:alg type="hierRoot">
                          <dgm:param type="hierAlign" val="rCtrCh"/>
                        </dgm:alg>
                        <dgm:constrLst>
                          <dgm:constr type="alignOff" val="0.65"/>
                        </dgm:constrLst>
                      </dgm:else>
                    </dgm:choose>
                  </dgm:if>
                  <dgm:else name="Name80">
                    <dgm:choose name="Name81">
                      <dgm:if name="Name82" func="var" arg="dir" op="equ" val="norm">
                        <dgm:alg type="hierRoot">
                          <dgm:param type="hierAlign" val="lCtrCh"/>
                        </dgm:alg>
                        <dgm:constrLst>
                          <dgm:constr type="alignOff"/>
                          <dgm:constr type="bendDist" for="des" ptType="parTrans" refType="sp" fact="0.5"/>
                        </dgm:constrLst>
                      </dgm:if>
                      <dgm:else name="Name83">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
                  <dgm:alg type="composite"/>
                  <dgm:shape xmlns:r="http://schemas.openxmlformats.org/officeDocument/2006/relationships" r:blip="">
                    <dgm:adjLst/>
                  </dgm:shape>
                  <dgm:presOf axis="self" ptType="node" cnt="1"/>
                  <dgm:choose name="Name84">
                    <dgm:if name="Name85"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6"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7"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8">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9">
                    <dgm:if name="Name90" func="var" arg="hierBranch" op="equ" val="l">
                      <dgm:choose name="Name91">
                        <dgm:if name="Name92" func="var" arg="dir" op="equ" val="norm">
                          <dgm:alg type="hierChild">
                            <dgm:param type="chAlign" val="t"/>
                            <dgm:param type="linDir" val="fromL"/>
                          </dgm:alg>
                        </dgm:if>
                        <dgm:else name="Name93">
                          <dgm:alg type="hierChild">
                            <dgm:param type="chAlign" val="t"/>
                            <dgm:param type="linDir" val="fromR"/>
                          </dgm:alg>
                        </dgm:else>
                      </dgm:choose>
                    </dgm:if>
                    <dgm:if name="Name94" func="var" arg="hierBranch" op="equ" val="r">
                      <dgm:choose name="Name95">
                        <dgm:if name="Name96" func="var" arg="dir" op="equ" val="norm">
                          <dgm:alg type="hierChild">
                            <dgm:param type="chAlign" val="b"/>
                            <dgm:param type="linDir" val="fromL"/>
                          </dgm:alg>
                        </dgm:if>
                        <dgm:else name="Name97">
                          <dgm:alg type="hierChild">
                            <dgm:param type="chAlign" val="b"/>
                            <dgm:param type="linDir" val="fromR"/>
                          </dgm:alg>
                        </dgm:else>
                      </dgm:choose>
                    </dgm:if>
                    <dgm:if name="Name98" func="var" arg="hierBranch" op="equ" val="hang">
                      <dgm:choose name="Name99">
                        <dgm:if name="Name100" func="var" arg="dir" op="equ" val="norm">
                          <dgm:alg type="hierChild">
                            <dgm:param type="chAlign" val="l"/>
                            <dgm:param type="linDir" val="fromT"/>
                            <dgm:param type="secChAlign" val="t"/>
                            <dgm:param type="secLinDir" val="fromL"/>
                          </dgm:alg>
                        </dgm:if>
                        <dgm:else name="Name101">
                          <dgm:alg type="hierChild">
                            <dgm:param type="chAlign" val="r"/>
                            <dgm:param type="linDir" val="fromT"/>
                            <dgm:param type="secChAlign" val="t"/>
                            <dgm:param type="secLinDir" val="fromR"/>
                          </dgm:alg>
                        </dgm:else>
                      </dgm:choose>
                    </dgm:if>
                    <dgm:else name="Name102">
                      <dgm:choose name="Name103">
                        <dgm:if name="Name104" func="var" arg="dir" op="equ" val="norm">
                          <dgm:alg type="hierChild">
                            <dgm:param type="linDir" val="fromT"/>
                            <dgm:param type="chAlign" val="l"/>
                          </dgm:alg>
                        </dgm:if>
                        <dgm:else name="Name105">
                          <dgm:alg type="hierChild">
                            <dgm:param type="linDir" val="fromT"/>
                            <dgm:param type="chAlign" val="r"/>
                          </dgm:alg>
                        </dgm:else>
                      </dgm:choose>
                    </dgm:else>
                  </dgm:choose>
                  <dgm:shape xmlns:r="http://schemas.openxmlformats.org/officeDocument/2006/relationships" r:blip="">
                    <dgm:adjLst/>
                  </dgm:shape>
                  <dgm:presOf/>
                  <dgm:constrLst/>
                  <dgm:ruleLst/>
                  <dgm:forEach name="Name106" ref="rep2a"/>
                </dgm:layoutNode>
                <dgm:layoutNode name="hierChild5">
                  <dgm:choose name="Name107">
                    <dgm:if name="Name108" func="var" arg="dir" op="equ" val="norm">
                      <dgm:alg type="hierChild">
                        <dgm:param type="chAlign" val="l"/>
                        <dgm:param type="linDir" val="fromT"/>
                        <dgm:param type="secChAlign" val="t"/>
                        <dgm:param type="secLinDir" val="fromL"/>
                      </dgm:alg>
                    </dgm:if>
                    <dgm:else name="Name109">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10" ref="rep2b"/>
                </dgm:layoutNode>
              </dgm:layoutNode>
            </dgm:forEach>
          </dgm:layoutNode>
          <dgm:layoutNode name="hierChild3">
            <dgm:choose name="Name111">
              <dgm:if name="Name112" func="var" arg="dir" op="equ" val="norm">
                <dgm:alg type="hierChild">
                  <dgm:param type="chAlign" val="l"/>
                  <dgm:param type="linDir" val="fromT"/>
                  <dgm:param type="secChAlign" val="t"/>
                  <dgm:param type="secLinDir" val="fromL"/>
                </dgm:alg>
              </dgm:if>
              <dgm:else name="Name113">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rep2b" axis="ch" ptType="asst">
              <dgm:forEach name="Name114" axis="precedSib" ptType="parTrans" st="-1" cnt="1">
                <dgm:layoutNode name="Name115">
                  <dgm:choose name="Name116">
                    <dgm:if name="Name117" func="var" arg="dir" op="equ" val="norm">
                      <dgm:alg type="conn">
                        <dgm:param type="connRout" val="bend"/>
                        <dgm:param type="dim" val="1D"/>
                        <dgm:param type="endSty" val="noArr"/>
                        <dgm:param type="begPts" val="midR"/>
                        <dgm:param type="endPts" val="bCtr tCtr"/>
                      </dgm:alg>
                    </dgm:if>
                    <dgm:else name="Name118">
                      <dgm:alg type="conn">
                        <dgm:param type="connRout" val="bend"/>
                        <dgm:param type="dim" val="1D"/>
                        <dgm:param type="endSty" val="noArr"/>
                        <dgm:param type="begPts" val="midL"/>
                        <dgm:param type="endPts" val="bCtr tCtr"/>
                      </dgm:alg>
                    </dgm:else>
                  </dgm:choose>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9">
                  <dgm:if name="Name120" func="var" arg="hierBranch" op="equ" val="l">
                    <dgm:choose name="Name121">
                      <dgm:if name="Name122" func="var" arg="dir" op="equ" val="norm">
                        <dgm:alg type="hierRoot">
                          <dgm:param type="hierAlign" val="lT"/>
                        </dgm:alg>
                        <dgm:constrLst>
                          <dgm:constr type="alignOff" val="0.75"/>
                        </dgm:constrLst>
                      </dgm:if>
                      <dgm:else name="Name123">
                        <dgm:alg type="hierRoot">
                          <dgm:param type="hierAlign" val="rT"/>
                        </dgm:alg>
                        <dgm:constrLst>
                          <dgm:constr type="alignOff" val="0.75"/>
                        </dgm:constrLst>
                      </dgm:else>
                    </dgm:choose>
                  </dgm:if>
                  <dgm:if name="Name124" func="var" arg="hierBranch" op="equ" val="r">
                    <dgm:choose name="Name125">
                      <dgm:if name="Name126" func="var" arg="dir" op="equ" val="norm">
                        <dgm:alg type="hierRoot">
                          <dgm:param type="hierAlign" val="lB"/>
                        </dgm:alg>
                        <dgm:constrLst>
                          <dgm:constr type="alignOff" val="0.75"/>
                        </dgm:constrLst>
                      </dgm:if>
                      <dgm:else name="Name127">
                        <dgm:alg type="hierRoot">
                          <dgm:param type="hierAlign" val="rB"/>
                        </dgm:alg>
                        <dgm:constrLst>
                          <dgm:constr type="alignOff" val="0.75"/>
                        </dgm:constrLst>
                      </dgm:else>
                    </dgm:choose>
                  </dgm:if>
                  <dgm:if name="Name128" func="var" arg="hierBranch" op="equ" val="hang">
                    <dgm:choose name="Name129">
                      <dgm:if name="Name130" func="var" arg="dir" op="equ" val="norm">
                        <dgm:alg type="hierRoot">
                          <dgm:param type="hierAlign" val="lCtrCh"/>
                        </dgm:alg>
                        <dgm:constrLst>
                          <dgm:constr type="alignOff" val="0.65"/>
                        </dgm:constrLst>
                      </dgm:if>
                      <dgm:else name="Name131">
                        <dgm:alg type="hierRoot">
                          <dgm:param type="hierAlign" val="rCtrCh"/>
                        </dgm:alg>
                        <dgm:constrLst>
                          <dgm:constr type="alignOff" val="0.65"/>
                        </dgm:constrLst>
                      </dgm:else>
                    </dgm:choose>
                  </dgm:if>
                  <dgm:else name="Name132">
                    <dgm:choose name="Name133">
                      <dgm:if name="Name134" func="var" arg="dir" op="equ" val="norm">
                        <dgm:alg type="hierRoot">
                          <dgm:param type="hierAlign" val="lCtrCh"/>
                        </dgm:alg>
                        <dgm:constrLst>
                          <dgm:constr type="alignOff"/>
                          <dgm:constr type="bendDist" for="des" ptType="parTrans" refType="sp" fact="0.5"/>
                        </dgm:constrLst>
                      </dgm:if>
                      <dgm:else name="Name135">
                        <dgm:alg type="hierRoot">
                          <dgm:param type="hierAlign" val="rCtrCh"/>
                        </dgm:alg>
                        <dgm:constrLst>
                          <dgm:constr type="alignOff"/>
                          <dgm:constr type="bendDist" for="des" ptType="parTrans" refType="sp" fact="0.5"/>
                        </dgm:constrLst>
                      </dgm:else>
                    </dgm:choose>
                  </dgm:else>
                </dgm:choose>
                <dgm:shape xmlns:r="http://schemas.openxmlformats.org/officeDocument/2006/relationships" r:blip="">
                  <dgm:adjLst/>
                </dgm:shape>
                <dgm:presOf/>
                <dgm:ruleLst/>
                <dgm:layoutNode name="rootComposite3">
                  <dgm:alg type="composite"/>
                  <dgm:shape xmlns:r="http://schemas.openxmlformats.org/officeDocument/2006/relationships" r:blip="">
                    <dgm:adjLst/>
                  </dgm:shape>
                  <dgm:presOf axis="self" ptType="node" cnt="1"/>
                  <dgm:choose name="Name136">
                    <dgm:if name="Name137"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38"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39"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40">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41">
                    <dgm:if name="Name142" func="var" arg="hierBranch" op="equ" val="l">
                      <dgm:choose name="Name143">
                        <dgm:if name="Name144" func="var" arg="dir" op="equ" val="norm">
                          <dgm:alg type="hierChild">
                            <dgm:param type="chAlign" val="t"/>
                            <dgm:param type="linDir" val="fromL"/>
                          </dgm:alg>
                        </dgm:if>
                        <dgm:else name="Name145">
                          <dgm:alg type="hierChild">
                            <dgm:param type="chAlign" val="t"/>
                            <dgm:param type="linDir" val="fromR"/>
                          </dgm:alg>
                        </dgm:else>
                      </dgm:choose>
                    </dgm:if>
                    <dgm:if name="Name146" func="var" arg="hierBranch" op="equ" val="r">
                      <dgm:choose name="Name147">
                        <dgm:if name="Name148" func="var" arg="dir" op="equ" val="norm">
                          <dgm:alg type="hierChild">
                            <dgm:param type="chAlign" val="b"/>
                            <dgm:param type="linDir" val="fromL"/>
                          </dgm:alg>
                        </dgm:if>
                        <dgm:else name="Name149">
                          <dgm:alg type="hierChild">
                            <dgm:param type="chAlign" val="b"/>
                            <dgm:param type="linDir" val="fromR"/>
                          </dgm:alg>
                        </dgm:else>
                      </dgm:choose>
                    </dgm:if>
                    <dgm:if name="Name150" func="var" arg="hierBranch" op="equ" val="hang">
                      <dgm:choose name="Name151">
                        <dgm:if name="Name152" func="var" arg="dir" op="equ" val="norm">
                          <dgm:alg type="hierChild">
                            <dgm:param type="chAlign" val="l"/>
                            <dgm:param type="linDir" val="fromT"/>
                            <dgm:param type="secChAlign" val="t"/>
                            <dgm:param type="secLinDir" val="fromL"/>
                          </dgm:alg>
                        </dgm:if>
                        <dgm:else name="Name153">
                          <dgm:alg type="hierChild">
                            <dgm:param type="chAlign" val="r"/>
                            <dgm:param type="linDir" val="fromT"/>
                            <dgm:param type="secChAlign" val="t"/>
                            <dgm:param type="secLinDir" val="fromR"/>
                          </dgm:alg>
                        </dgm:else>
                      </dgm:choose>
                    </dgm:if>
                    <dgm:else name="Name154">
                      <dgm:choose name="Name155">
                        <dgm:if name="Name156" func="var" arg="dir" op="equ" val="norm">
                          <dgm:alg type="hierChild">
                            <dgm:param type="linDir" val="fromT"/>
                            <dgm:param type="chAlign" val="l"/>
                          </dgm:alg>
                        </dgm:if>
                        <dgm:else name="Name157">
                          <dgm:alg type="hierChild">
                            <dgm:param type="linDir" val="fromT"/>
                            <dgm:param type="chAlign" val="r"/>
                          </dgm:alg>
                        </dgm:else>
                      </dgm:choose>
                    </dgm:else>
                  </dgm:choose>
                  <dgm:shape xmlns:r="http://schemas.openxmlformats.org/officeDocument/2006/relationships" r:blip="">
                    <dgm:adjLst/>
                  </dgm:shape>
                  <dgm:presOf/>
                  <dgm:constrLst/>
                  <dgm:ruleLst/>
                  <dgm:forEach name="Name158" ref="rep2a"/>
                </dgm:layoutNode>
                <dgm:layoutNode name="hierChild7">
                  <dgm:choose name="Name159">
                    <dgm:if name="Name160" func="var" arg="dir" op="equ" val="norm">
                      <dgm:alg type="hierChild">
                        <dgm:param type="chAlign" val="l"/>
                        <dgm:param type="linDir" val="fromT"/>
                        <dgm:param type="secChAlign" val="t"/>
                        <dgm:param type="secLinDir" val="fromL"/>
                      </dgm:alg>
                    </dgm:if>
                    <dgm:else name="Name161">
                      <dgm:alg type="hierChild">
                        <dgm:param type="chAlign" val="r"/>
                        <dgm:param type="linDir" val="fromT"/>
                        <dgm:param type="secChAlign" val="t"/>
                        <dgm:param type="secLinDir" val="fromR"/>
                      </dgm:alg>
                    </dgm:else>
                  </dgm:choose>
                  <dgm:shape xmlns:r="http://schemas.openxmlformats.org/officeDocument/2006/relationships" r:blip="">
                    <dgm:adjLst/>
                  </dgm:shape>
                  <dgm:presOf/>
                  <dgm:constrLst/>
                  <dgm:ruleLst/>
                  <dgm:forEach name="Name162" ref="rep2b"/>
                </dgm:layoutNode>
              </dgm:layoutNode>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800C16-166E-4128-B1A4-EE56D90A0968}" type="datetimeFigureOut">
              <a:rPr lang="fr-FR" smtClean="0"/>
              <a:t>07/11/2025</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44DCEBB-4A90-4E51-A10F-AAD8AFA1A7F3}" type="slidenum">
              <a:rPr lang="fr-FR" smtClean="0"/>
              <a:t>‹N°›</a:t>
            </a:fld>
            <a:endParaRPr lang="fr-FR"/>
          </a:p>
        </p:txBody>
      </p:sp>
    </p:spTree>
    <p:extLst>
      <p:ext uri="{BB962C8B-B14F-4D97-AF65-F5344CB8AC3E}">
        <p14:creationId xmlns:p14="http://schemas.microsoft.com/office/powerpoint/2010/main" val="4580349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https://support.pheedloop.com/article/444-formatting-youtube-video-links</a:t>
            </a:r>
          </a:p>
          <a:p>
            <a:endParaRPr lang="fr-FR" dirty="0"/>
          </a:p>
        </p:txBody>
      </p:sp>
      <p:sp>
        <p:nvSpPr>
          <p:cNvPr id="4" name="Espace réservé du numéro de diapositive 3"/>
          <p:cNvSpPr>
            <a:spLocks noGrp="1"/>
          </p:cNvSpPr>
          <p:nvPr>
            <p:ph type="sldNum" sz="quarter" idx="5"/>
          </p:nvPr>
        </p:nvSpPr>
        <p:spPr/>
        <p:txBody>
          <a:bodyPr/>
          <a:lstStyle/>
          <a:p>
            <a:fld id="{D44DCEBB-4A90-4E51-A10F-AAD8AFA1A7F3}" type="slidenum">
              <a:rPr lang="fr-FR" smtClean="0"/>
              <a:t>2</a:t>
            </a:fld>
            <a:endParaRPr lang="fr-FR"/>
          </a:p>
        </p:txBody>
      </p:sp>
    </p:spTree>
    <p:extLst>
      <p:ext uri="{BB962C8B-B14F-4D97-AF65-F5344CB8AC3E}">
        <p14:creationId xmlns:p14="http://schemas.microsoft.com/office/powerpoint/2010/main" val="3111427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5617162-A04B-4D75-5B22-E81F868C9D9E}"/>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3C9F809F-9C16-9E15-BE20-467D34A59FE5}"/>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972A24DB-94A3-9EFA-7292-AB291A2630BC}"/>
              </a:ext>
            </a:extLst>
          </p:cNvPr>
          <p:cNvSpPr>
            <a:spLocks noGrp="1"/>
          </p:cNvSpPr>
          <p:nvPr>
            <p:ph type="dt" sz="half" idx="10"/>
          </p:nvPr>
        </p:nvSpPr>
        <p:spPr/>
        <p:txBody>
          <a:bodyPr/>
          <a:lstStyle/>
          <a:p>
            <a:fld id="{5845F2E3-C3A1-4457-B247-9ACE515F3E84}" type="datetimeFigureOut">
              <a:rPr lang="fr-FR" smtClean="0"/>
              <a:t>07/11/2025</a:t>
            </a:fld>
            <a:endParaRPr lang="fr-FR"/>
          </a:p>
        </p:txBody>
      </p:sp>
      <p:sp>
        <p:nvSpPr>
          <p:cNvPr id="5" name="Espace réservé du pied de page 4">
            <a:extLst>
              <a:ext uri="{FF2B5EF4-FFF2-40B4-BE49-F238E27FC236}">
                <a16:creationId xmlns:a16="http://schemas.microsoft.com/office/drawing/2014/main" id="{D86BBEBB-EAF0-5304-BF3E-62DAC86C1D0C}"/>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0B2E011-DA93-3B65-92C0-0A79FEBE2F32}"/>
              </a:ext>
            </a:extLst>
          </p:cNvPr>
          <p:cNvSpPr>
            <a:spLocks noGrp="1"/>
          </p:cNvSpPr>
          <p:nvPr>
            <p:ph type="sldNum" sz="quarter" idx="12"/>
          </p:nvPr>
        </p:nvSpPr>
        <p:spPr/>
        <p:txBody>
          <a:bodyPr/>
          <a:lstStyle/>
          <a:p>
            <a:fld id="{37DC5216-A1FE-4745-8A15-B5CDDCEF3FC6}" type="slidenum">
              <a:rPr lang="fr-FR" smtClean="0"/>
              <a:t>‹N°›</a:t>
            </a:fld>
            <a:endParaRPr lang="fr-FR"/>
          </a:p>
        </p:txBody>
      </p:sp>
    </p:spTree>
    <p:extLst>
      <p:ext uri="{BB962C8B-B14F-4D97-AF65-F5344CB8AC3E}">
        <p14:creationId xmlns:p14="http://schemas.microsoft.com/office/powerpoint/2010/main" val="320006288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5185145-4D98-DD72-ED3D-DBD103FC0D1C}"/>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75065CF9-D383-7F73-8CDE-CA48A48AFB96}"/>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ED1739EB-1AE8-EBF5-80CF-06A20C16965A}"/>
              </a:ext>
            </a:extLst>
          </p:cNvPr>
          <p:cNvSpPr>
            <a:spLocks noGrp="1"/>
          </p:cNvSpPr>
          <p:nvPr>
            <p:ph type="dt" sz="half" idx="10"/>
          </p:nvPr>
        </p:nvSpPr>
        <p:spPr/>
        <p:txBody>
          <a:bodyPr/>
          <a:lstStyle/>
          <a:p>
            <a:fld id="{5845F2E3-C3A1-4457-B247-9ACE515F3E84}" type="datetimeFigureOut">
              <a:rPr lang="fr-FR" smtClean="0"/>
              <a:t>07/11/2025</a:t>
            </a:fld>
            <a:endParaRPr lang="fr-FR"/>
          </a:p>
        </p:txBody>
      </p:sp>
      <p:sp>
        <p:nvSpPr>
          <p:cNvPr id="5" name="Espace réservé du pied de page 4">
            <a:extLst>
              <a:ext uri="{FF2B5EF4-FFF2-40B4-BE49-F238E27FC236}">
                <a16:creationId xmlns:a16="http://schemas.microsoft.com/office/drawing/2014/main" id="{915146AA-1925-741D-FAFB-B3A23D6CD1A8}"/>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B29BDE3-A75E-7807-02EC-12F099602659}"/>
              </a:ext>
            </a:extLst>
          </p:cNvPr>
          <p:cNvSpPr>
            <a:spLocks noGrp="1"/>
          </p:cNvSpPr>
          <p:nvPr>
            <p:ph type="sldNum" sz="quarter" idx="12"/>
          </p:nvPr>
        </p:nvSpPr>
        <p:spPr/>
        <p:txBody>
          <a:bodyPr/>
          <a:lstStyle/>
          <a:p>
            <a:fld id="{37DC5216-A1FE-4745-8A15-B5CDDCEF3FC6}" type="slidenum">
              <a:rPr lang="fr-FR" smtClean="0"/>
              <a:t>‹N°›</a:t>
            </a:fld>
            <a:endParaRPr lang="fr-FR"/>
          </a:p>
        </p:txBody>
      </p:sp>
    </p:spTree>
    <p:extLst>
      <p:ext uri="{BB962C8B-B14F-4D97-AF65-F5344CB8AC3E}">
        <p14:creationId xmlns:p14="http://schemas.microsoft.com/office/powerpoint/2010/main" val="42421468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BBDFAF0-1ECB-6DDA-285A-C1704EE1001D}"/>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5345D78E-462E-C29B-F417-E95D598608E7}"/>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1A34B153-C952-A9BC-C488-EBF2F9508087}"/>
              </a:ext>
            </a:extLst>
          </p:cNvPr>
          <p:cNvSpPr>
            <a:spLocks noGrp="1"/>
          </p:cNvSpPr>
          <p:nvPr>
            <p:ph type="dt" sz="half" idx="10"/>
          </p:nvPr>
        </p:nvSpPr>
        <p:spPr/>
        <p:txBody>
          <a:bodyPr/>
          <a:lstStyle/>
          <a:p>
            <a:fld id="{5845F2E3-C3A1-4457-B247-9ACE515F3E84}" type="datetimeFigureOut">
              <a:rPr lang="fr-FR" smtClean="0"/>
              <a:t>07/11/2025</a:t>
            </a:fld>
            <a:endParaRPr lang="fr-FR"/>
          </a:p>
        </p:txBody>
      </p:sp>
      <p:sp>
        <p:nvSpPr>
          <p:cNvPr id="5" name="Espace réservé du pied de page 4">
            <a:extLst>
              <a:ext uri="{FF2B5EF4-FFF2-40B4-BE49-F238E27FC236}">
                <a16:creationId xmlns:a16="http://schemas.microsoft.com/office/drawing/2014/main" id="{622D9EA8-152A-E50F-828C-B3A2ACF4BEC2}"/>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E0DCCC83-3B2A-00E3-403A-90C3820D474E}"/>
              </a:ext>
            </a:extLst>
          </p:cNvPr>
          <p:cNvSpPr>
            <a:spLocks noGrp="1"/>
          </p:cNvSpPr>
          <p:nvPr>
            <p:ph type="sldNum" sz="quarter" idx="12"/>
          </p:nvPr>
        </p:nvSpPr>
        <p:spPr/>
        <p:txBody>
          <a:bodyPr/>
          <a:lstStyle/>
          <a:p>
            <a:fld id="{37DC5216-A1FE-4745-8A15-B5CDDCEF3FC6}" type="slidenum">
              <a:rPr lang="fr-FR" smtClean="0"/>
              <a:t>‹N°›</a:t>
            </a:fld>
            <a:endParaRPr lang="fr-FR"/>
          </a:p>
        </p:txBody>
      </p:sp>
    </p:spTree>
    <p:extLst>
      <p:ext uri="{BB962C8B-B14F-4D97-AF65-F5344CB8AC3E}">
        <p14:creationId xmlns:p14="http://schemas.microsoft.com/office/powerpoint/2010/main" val="3870462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43374D2-B005-2AEA-EF03-516FB7B8D92F}"/>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161AA7D2-4DBF-54DD-B284-941C3586E651}"/>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73D15AFA-9569-E76A-455E-06B6C0570885}"/>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261650E2-3D24-DF0C-1F5E-FA77D587DA00}"/>
              </a:ext>
            </a:extLst>
          </p:cNvPr>
          <p:cNvSpPr>
            <a:spLocks noGrp="1"/>
          </p:cNvSpPr>
          <p:nvPr>
            <p:ph type="dt" sz="half" idx="10"/>
          </p:nvPr>
        </p:nvSpPr>
        <p:spPr/>
        <p:txBody>
          <a:bodyPr/>
          <a:lstStyle/>
          <a:p>
            <a:fld id="{5845F2E3-C3A1-4457-B247-9ACE515F3E84}" type="datetimeFigureOut">
              <a:rPr lang="fr-FR" smtClean="0"/>
              <a:t>07/11/2025</a:t>
            </a:fld>
            <a:endParaRPr lang="fr-FR"/>
          </a:p>
        </p:txBody>
      </p:sp>
      <p:sp>
        <p:nvSpPr>
          <p:cNvPr id="6" name="Espace réservé du pied de page 5">
            <a:extLst>
              <a:ext uri="{FF2B5EF4-FFF2-40B4-BE49-F238E27FC236}">
                <a16:creationId xmlns:a16="http://schemas.microsoft.com/office/drawing/2014/main" id="{AC97F719-3A0C-53BF-07A6-CC23D0CD58A2}"/>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937B1CFF-9537-6428-FA72-C30107979BB0}"/>
              </a:ext>
            </a:extLst>
          </p:cNvPr>
          <p:cNvSpPr>
            <a:spLocks noGrp="1"/>
          </p:cNvSpPr>
          <p:nvPr>
            <p:ph type="sldNum" sz="quarter" idx="12"/>
          </p:nvPr>
        </p:nvSpPr>
        <p:spPr/>
        <p:txBody>
          <a:bodyPr/>
          <a:lstStyle/>
          <a:p>
            <a:fld id="{37DC5216-A1FE-4745-8A15-B5CDDCEF3FC6}" type="slidenum">
              <a:rPr lang="fr-FR" smtClean="0"/>
              <a:t>‹N°›</a:t>
            </a:fld>
            <a:endParaRPr lang="fr-FR"/>
          </a:p>
        </p:txBody>
      </p:sp>
    </p:spTree>
    <p:extLst>
      <p:ext uri="{BB962C8B-B14F-4D97-AF65-F5344CB8AC3E}">
        <p14:creationId xmlns:p14="http://schemas.microsoft.com/office/powerpoint/2010/main" val="2286765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AA8F188-E0BF-A3EE-C2E9-2B883F71D79E}"/>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452FE729-0858-71D5-2403-43D8730F6A2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ECDBEFC3-7A5A-3E5C-B539-89F45C72B620}"/>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182A6F29-64C6-BEB0-BB29-94AB544B64ED}"/>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52E28F16-5093-F0BE-81DC-DA9707B0A2E5}"/>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7A6E6CA3-042E-4AAD-355A-B6313479D202}"/>
              </a:ext>
            </a:extLst>
          </p:cNvPr>
          <p:cNvSpPr>
            <a:spLocks noGrp="1"/>
          </p:cNvSpPr>
          <p:nvPr>
            <p:ph type="dt" sz="half" idx="10"/>
          </p:nvPr>
        </p:nvSpPr>
        <p:spPr/>
        <p:txBody>
          <a:bodyPr/>
          <a:lstStyle/>
          <a:p>
            <a:fld id="{5845F2E3-C3A1-4457-B247-9ACE515F3E84}" type="datetimeFigureOut">
              <a:rPr lang="fr-FR" smtClean="0"/>
              <a:t>07/11/2025</a:t>
            </a:fld>
            <a:endParaRPr lang="fr-FR"/>
          </a:p>
        </p:txBody>
      </p:sp>
      <p:sp>
        <p:nvSpPr>
          <p:cNvPr id="8" name="Espace réservé du pied de page 7">
            <a:extLst>
              <a:ext uri="{FF2B5EF4-FFF2-40B4-BE49-F238E27FC236}">
                <a16:creationId xmlns:a16="http://schemas.microsoft.com/office/drawing/2014/main" id="{15125DE6-BF0A-F0EF-ED7C-C92A7F8E4533}"/>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446B82C8-4EC2-0C53-8D24-72CD77E5AB48}"/>
              </a:ext>
            </a:extLst>
          </p:cNvPr>
          <p:cNvSpPr>
            <a:spLocks noGrp="1"/>
          </p:cNvSpPr>
          <p:nvPr>
            <p:ph type="sldNum" sz="quarter" idx="12"/>
          </p:nvPr>
        </p:nvSpPr>
        <p:spPr/>
        <p:txBody>
          <a:bodyPr/>
          <a:lstStyle/>
          <a:p>
            <a:fld id="{37DC5216-A1FE-4745-8A15-B5CDDCEF3FC6}" type="slidenum">
              <a:rPr lang="fr-FR" smtClean="0"/>
              <a:t>‹N°›</a:t>
            </a:fld>
            <a:endParaRPr lang="fr-FR"/>
          </a:p>
        </p:txBody>
      </p:sp>
    </p:spTree>
    <p:extLst>
      <p:ext uri="{BB962C8B-B14F-4D97-AF65-F5344CB8AC3E}">
        <p14:creationId xmlns:p14="http://schemas.microsoft.com/office/powerpoint/2010/main" val="33042618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87BCB2A-01DA-8E26-7A66-B92C42C50017}"/>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80573746-1BD9-4713-CDC7-1990E60033C7}"/>
              </a:ext>
            </a:extLst>
          </p:cNvPr>
          <p:cNvSpPr>
            <a:spLocks noGrp="1"/>
          </p:cNvSpPr>
          <p:nvPr>
            <p:ph type="dt" sz="half" idx="10"/>
          </p:nvPr>
        </p:nvSpPr>
        <p:spPr/>
        <p:txBody>
          <a:bodyPr/>
          <a:lstStyle/>
          <a:p>
            <a:fld id="{5845F2E3-C3A1-4457-B247-9ACE515F3E84}" type="datetimeFigureOut">
              <a:rPr lang="fr-FR" smtClean="0"/>
              <a:t>07/11/2025</a:t>
            </a:fld>
            <a:endParaRPr lang="fr-FR"/>
          </a:p>
        </p:txBody>
      </p:sp>
      <p:sp>
        <p:nvSpPr>
          <p:cNvPr id="4" name="Espace réservé du pied de page 3">
            <a:extLst>
              <a:ext uri="{FF2B5EF4-FFF2-40B4-BE49-F238E27FC236}">
                <a16:creationId xmlns:a16="http://schemas.microsoft.com/office/drawing/2014/main" id="{29242507-BFD1-7BA2-4DD6-736B4B514081}"/>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2BF2CF90-0CDD-8C0D-1E20-27B56F7CF5D8}"/>
              </a:ext>
            </a:extLst>
          </p:cNvPr>
          <p:cNvSpPr>
            <a:spLocks noGrp="1"/>
          </p:cNvSpPr>
          <p:nvPr>
            <p:ph type="sldNum" sz="quarter" idx="12"/>
          </p:nvPr>
        </p:nvSpPr>
        <p:spPr/>
        <p:txBody>
          <a:bodyPr/>
          <a:lstStyle/>
          <a:p>
            <a:fld id="{37DC5216-A1FE-4745-8A15-B5CDDCEF3FC6}" type="slidenum">
              <a:rPr lang="fr-FR" smtClean="0"/>
              <a:t>‹N°›</a:t>
            </a:fld>
            <a:endParaRPr lang="fr-FR"/>
          </a:p>
        </p:txBody>
      </p:sp>
    </p:spTree>
    <p:extLst>
      <p:ext uri="{BB962C8B-B14F-4D97-AF65-F5344CB8AC3E}">
        <p14:creationId xmlns:p14="http://schemas.microsoft.com/office/powerpoint/2010/main" val="2802303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C310D731-A8D5-3305-2A5F-75A889A4A12F}"/>
              </a:ext>
            </a:extLst>
          </p:cNvPr>
          <p:cNvSpPr>
            <a:spLocks noGrp="1"/>
          </p:cNvSpPr>
          <p:nvPr>
            <p:ph type="dt" sz="half" idx="10"/>
          </p:nvPr>
        </p:nvSpPr>
        <p:spPr/>
        <p:txBody>
          <a:bodyPr/>
          <a:lstStyle/>
          <a:p>
            <a:fld id="{5845F2E3-C3A1-4457-B247-9ACE515F3E84}" type="datetimeFigureOut">
              <a:rPr lang="fr-FR" smtClean="0"/>
              <a:t>07/11/2025</a:t>
            </a:fld>
            <a:endParaRPr lang="fr-FR"/>
          </a:p>
        </p:txBody>
      </p:sp>
      <p:sp>
        <p:nvSpPr>
          <p:cNvPr id="3" name="Espace réservé du pied de page 2">
            <a:extLst>
              <a:ext uri="{FF2B5EF4-FFF2-40B4-BE49-F238E27FC236}">
                <a16:creationId xmlns:a16="http://schemas.microsoft.com/office/drawing/2014/main" id="{9E4D0BC6-C40D-8D70-BD6D-E4BB4A362387}"/>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CD27378B-BF4C-A5B7-7D73-7E943EC9AF0E}"/>
              </a:ext>
            </a:extLst>
          </p:cNvPr>
          <p:cNvSpPr>
            <a:spLocks noGrp="1"/>
          </p:cNvSpPr>
          <p:nvPr>
            <p:ph type="sldNum" sz="quarter" idx="12"/>
          </p:nvPr>
        </p:nvSpPr>
        <p:spPr/>
        <p:txBody>
          <a:bodyPr/>
          <a:lstStyle/>
          <a:p>
            <a:fld id="{37DC5216-A1FE-4745-8A15-B5CDDCEF3FC6}" type="slidenum">
              <a:rPr lang="fr-FR" smtClean="0"/>
              <a:t>‹N°›</a:t>
            </a:fld>
            <a:endParaRPr lang="fr-FR"/>
          </a:p>
        </p:txBody>
      </p:sp>
    </p:spTree>
    <p:extLst>
      <p:ext uri="{BB962C8B-B14F-4D97-AF65-F5344CB8AC3E}">
        <p14:creationId xmlns:p14="http://schemas.microsoft.com/office/powerpoint/2010/main" val="30947775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3FA1349-1B69-B5DA-07A9-081D65FAC35A}"/>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F686E8CA-7538-3400-1C02-19E4FC43C32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B5DDB0C8-6DDE-20DA-D153-29290D3677B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21D1FE9-33D9-ED03-7CC7-3E9F63440457}"/>
              </a:ext>
            </a:extLst>
          </p:cNvPr>
          <p:cNvSpPr>
            <a:spLocks noGrp="1"/>
          </p:cNvSpPr>
          <p:nvPr>
            <p:ph type="dt" sz="half" idx="10"/>
          </p:nvPr>
        </p:nvSpPr>
        <p:spPr/>
        <p:txBody>
          <a:bodyPr/>
          <a:lstStyle/>
          <a:p>
            <a:fld id="{5845F2E3-C3A1-4457-B247-9ACE515F3E84}" type="datetimeFigureOut">
              <a:rPr lang="fr-FR" smtClean="0"/>
              <a:t>07/11/2025</a:t>
            </a:fld>
            <a:endParaRPr lang="fr-FR"/>
          </a:p>
        </p:txBody>
      </p:sp>
      <p:sp>
        <p:nvSpPr>
          <p:cNvPr id="6" name="Espace réservé du pied de page 5">
            <a:extLst>
              <a:ext uri="{FF2B5EF4-FFF2-40B4-BE49-F238E27FC236}">
                <a16:creationId xmlns:a16="http://schemas.microsoft.com/office/drawing/2014/main" id="{66DC3A7F-3EC4-CB90-1EBE-CEA87C05F985}"/>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A3A3265E-FB01-A6AC-2D41-F9CACBD6CD44}"/>
              </a:ext>
            </a:extLst>
          </p:cNvPr>
          <p:cNvSpPr>
            <a:spLocks noGrp="1"/>
          </p:cNvSpPr>
          <p:nvPr>
            <p:ph type="sldNum" sz="quarter" idx="12"/>
          </p:nvPr>
        </p:nvSpPr>
        <p:spPr/>
        <p:txBody>
          <a:bodyPr/>
          <a:lstStyle/>
          <a:p>
            <a:fld id="{37DC5216-A1FE-4745-8A15-B5CDDCEF3FC6}" type="slidenum">
              <a:rPr lang="fr-FR" smtClean="0"/>
              <a:t>‹N°›</a:t>
            </a:fld>
            <a:endParaRPr lang="fr-FR"/>
          </a:p>
        </p:txBody>
      </p:sp>
    </p:spTree>
    <p:extLst>
      <p:ext uri="{BB962C8B-B14F-4D97-AF65-F5344CB8AC3E}">
        <p14:creationId xmlns:p14="http://schemas.microsoft.com/office/powerpoint/2010/main" val="36137796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D846AB59-2B4D-5A09-645A-B7609CA5E8B4}"/>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DFB21F6F-7AC0-38EB-EFCE-40DD34CDE02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D5A8BB17-9036-3F0A-954F-A1AE4D069CF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D7DCE0F1-1FD5-BF15-6423-6B8F398546AD}"/>
              </a:ext>
            </a:extLst>
          </p:cNvPr>
          <p:cNvSpPr>
            <a:spLocks noGrp="1"/>
          </p:cNvSpPr>
          <p:nvPr>
            <p:ph type="dt" sz="half" idx="10"/>
          </p:nvPr>
        </p:nvSpPr>
        <p:spPr/>
        <p:txBody>
          <a:bodyPr/>
          <a:lstStyle/>
          <a:p>
            <a:fld id="{5845F2E3-C3A1-4457-B247-9ACE515F3E84}" type="datetimeFigureOut">
              <a:rPr lang="fr-FR" smtClean="0"/>
              <a:t>07/11/2025</a:t>
            </a:fld>
            <a:endParaRPr lang="fr-FR"/>
          </a:p>
        </p:txBody>
      </p:sp>
      <p:sp>
        <p:nvSpPr>
          <p:cNvPr id="6" name="Espace réservé du pied de page 5">
            <a:extLst>
              <a:ext uri="{FF2B5EF4-FFF2-40B4-BE49-F238E27FC236}">
                <a16:creationId xmlns:a16="http://schemas.microsoft.com/office/drawing/2014/main" id="{0CC07482-93AD-795A-31D2-034FC47BE0AD}"/>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A58D82B4-FAE0-D1E4-2FA3-6A06711A69BB}"/>
              </a:ext>
            </a:extLst>
          </p:cNvPr>
          <p:cNvSpPr>
            <a:spLocks noGrp="1"/>
          </p:cNvSpPr>
          <p:nvPr>
            <p:ph type="sldNum" sz="quarter" idx="12"/>
          </p:nvPr>
        </p:nvSpPr>
        <p:spPr/>
        <p:txBody>
          <a:bodyPr/>
          <a:lstStyle/>
          <a:p>
            <a:fld id="{37DC5216-A1FE-4745-8A15-B5CDDCEF3FC6}" type="slidenum">
              <a:rPr lang="fr-FR" smtClean="0"/>
              <a:t>‹N°›</a:t>
            </a:fld>
            <a:endParaRPr lang="fr-FR"/>
          </a:p>
        </p:txBody>
      </p:sp>
    </p:spTree>
    <p:extLst>
      <p:ext uri="{BB962C8B-B14F-4D97-AF65-F5344CB8AC3E}">
        <p14:creationId xmlns:p14="http://schemas.microsoft.com/office/powerpoint/2010/main" val="145208116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0D20ED4F-6319-3CAF-803F-E072389F04DD}"/>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D8151474-CB55-306C-6D88-F938B9439B53}"/>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1C053A44-9823-CFC6-63E6-0B308C392A9B}"/>
              </a:ext>
            </a:extLst>
          </p:cNvPr>
          <p:cNvSpPr>
            <a:spLocks noGrp="1"/>
          </p:cNvSpPr>
          <p:nvPr>
            <p:ph type="dt" sz="half" idx="10"/>
          </p:nvPr>
        </p:nvSpPr>
        <p:spPr/>
        <p:txBody>
          <a:bodyPr/>
          <a:lstStyle/>
          <a:p>
            <a:fld id="{5845F2E3-C3A1-4457-B247-9ACE515F3E84}" type="datetimeFigureOut">
              <a:rPr lang="fr-FR" smtClean="0"/>
              <a:t>07/11/2025</a:t>
            </a:fld>
            <a:endParaRPr lang="fr-FR"/>
          </a:p>
        </p:txBody>
      </p:sp>
      <p:sp>
        <p:nvSpPr>
          <p:cNvPr id="5" name="Espace réservé du pied de page 4">
            <a:extLst>
              <a:ext uri="{FF2B5EF4-FFF2-40B4-BE49-F238E27FC236}">
                <a16:creationId xmlns:a16="http://schemas.microsoft.com/office/drawing/2014/main" id="{F26DE922-8CDF-9F31-1391-D373FBA9DBF7}"/>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778FA72-18BC-B3D9-C3E7-E7AC4D3E39BB}"/>
              </a:ext>
            </a:extLst>
          </p:cNvPr>
          <p:cNvSpPr>
            <a:spLocks noGrp="1"/>
          </p:cNvSpPr>
          <p:nvPr>
            <p:ph type="sldNum" sz="quarter" idx="12"/>
          </p:nvPr>
        </p:nvSpPr>
        <p:spPr/>
        <p:txBody>
          <a:bodyPr/>
          <a:lstStyle/>
          <a:p>
            <a:fld id="{37DC5216-A1FE-4745-8A15-B5CDDCEF3FC6}" type="slidenum">
              <a:rPr lang="fr-FR" smtClean="0"/>
              <a:t>‹N°›</a:t>
            </a:fld>
            <a:endParaRPr lang="fr-FR"/>
          </a:p>
        </p:txBody>
      </p:sp>
    </p:spTree>
    <p:extLst>
      <p:ext uri="{BB962C8B-B14F-4D97-AF65-F5344CB8AC3E}">
        <p14:creationId xmlns:p14="http://schemas.microsoft.com/office/powerpoint/2010/main" val="11730779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B0709296-6970-4FBD-5A3B-ED3573EBCBBA}"/>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BB73A9B2-CCEF-9C0E-471F-488793BE8426}"/>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A5F25E93-D774-03E2-2D1B-8CE3E7091B10}"/>
              </a:ext>
            </a:extLst>
          </p:cNvPr>
          <p:cNvSpPr>
            <a:spLocks noGrp="1"/>
          </p:cNvSpPr>
          <p:nvPr>
            <p:ph type="dt" sz="half" idx="10"/>
          </p:nvPr>
        </p:nvSpPr>
        <p:spPr/>
        <p:txBody>
          <a:bodyPr/>
          <a:lstStyle/>
          <a:p>
            <a:fld id="{5845F2E3-C3A1-4457-B247-9ACE515F3E84}" type="datetimeFigureOut">
              <a:rPr lang="fr-FR" smtClean="0"/>
              <a:t>07/11/2025</a:t>
            </a:fld>
            <a:endParaRPr lang="fr-FR"/>
          </a:p>
        </p:txBody>
      </p:sp>
      <p:sp>
        <p:nvSpPr>
          <p:cNvPr id="5" name="Espace réservé du pied de page 4">
            <a:extLst>
              <a:ext uri="{FF2B5EF4-FFF2-40B4-BE49-F238E27FC236}">
                <a16:creationId xmlns:a16="http://schemas.microsoft.com/office/drawing/2014/main" id="{3E75E263-95D4-154C-F988-859C123E174B}"/>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4483E339-E9AD-4300-E49C-B2E6B5B42878}"/>
              </a:ext>
            </a:extLst>
          </p:cNvPr>
          <p:cNvSpPr>
            <a:spLocks noGrp="1"/>
          </p:cNvSpPr>
          <p:nvPr>
            <p:ph type="sldNum" sz="quarter" idx="12"/>
          </p:nvPr>
        </p:nvSpPr>
        <p:spPr/>
        <p:txBody>
          <a:bodyPr/>
          <a:lstStyle/>
          <a:p>
            <a:fld id="{37DC5216-A1FE-4745-8A15-B5CDDCEF3FC6}" type="slidenum">
              <a:rPr lang="fr-FR" smtClean="0"/>
              <a:t>‹N°›</a:t>
            </a:fld>
            <a:endParaRPr lang="fr-FR"/>
          </a:p>
        </p:txBody>
      </p:sp>
    </p:spTree>
    <p:extLst>
      <p:ext uri="{BB962C8B-B14F-4D97-AF65-F5344CB8AC3E}">
        <p14:creationId xmlns:p14="http://schemas.microsoft.com/office/powerpoint/2010/main" val="21204376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6BC96FC6-4009-7627-024D-B3EC58A3222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44021091-D359-AA01-2A2E-1F90D422D74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B8A4D18-2618-C06F-087C-DFA4198E1B6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845F2E3-C3A1-4457-B247-9ACE515F3E84}" type="datetimeFigureOut">
              <a:rPr lang="fr-FR" smtClean="0"/>
              <a:t>07/11/2025</a:t>
            </a:fld>
            <a:endParaRPr lang="fr-FR"/>
          </a:p>
        </p:txBody>
      </p:sp>
      <p:sp>
        <p:nvSpPr>
          <p:cNvPr id="5" name="Espace réservé du pied de page 4">
            <a:extLst>
              <a:ext uri="{FF2B5EF4-FFF2-40B4-BE49-F238E27FC236}">
                <a16:creationId xmlns:a16="http://schemas.microsoft.com/office/drawing/2014/main" id="{637D3EE3-4EC1-7CEB-8AC3-A6981EDE443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C9DD8292-2E13-4391-F041-5E9F90F628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7DC5216-A1FE-4745-8A15-B5CDDCEF3FC6}" type="slidenum">
              <a:rPr lang="fr-FR" smtClean="0"/>
              <a:t>‹N°›</a:t>
            </a:fld>
            <a:endParaRPr lang="fr-FR"/>
          </a:p>
        </p:txBody>
      </p:sp>
    </p:spTree>
    <p:extLst>
      <p:ext uri="{BB962C8B-B14F-4D97-AF65-F5344CB8AC3E}">
        <p14:creationId xmlns:p14="http://schemas.microsoft.com/office/powerpoint/2010/main" val="35915408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hyperlink" Target="https://www.youtube.com/watch?v=0qo78R_yYFA&amp;t=10s" TargetMode="External"/><Relationship Id="rId2" Type="http://schemas.openxmlformats.org/officeDocument/2006/relationships/image" Target="../media/image1.tmp"/><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8" Type="http://schemas.openxmlformats.org/officeDocument/2006/relationships/image" Target="../media/image4.png"/><Relationship Id="rId13" Type="http://schemas.openxmlformats.org/officeDocument/2006/relationships/image" Target="../media/image9.png"/><Relationship Id="rId3" Type="http://schemas.openxmlformats.org/officeDocument/2006/relationships/hyperlink" Target="https://www.youtube.com/watch?v=J8Q24Q2x9d8&amp;list=PLFf1gA-ubk_SyRas2VM_kx-UEjKsEfawT&amp;index=19" TargetMode="External"/><Relationship Id="rId7" Type="http://schemas.openxmlformats.org/officeDocument/2006/relationships/hyperlink" Target="https://www.youtube.com/watch?v=B_XmYTy3T5U&amp;list=PLFf1gA-ubk_SyRas2VM_kx-UEjKsEfawT&amp;index=36" TargetMode="External"/><Relationship Id="rId12" Type="http://schemas.openxmlformats.org/officeDocument/2006/relationships/image" Target="../media/image8.png"/><Relationship Id="rId2" Type="http://schemas.openxmlformats.org/officeDocument/2006/relationships/hyperlink" Target="https://www.youtube.com/watch?v=UQ-cVXzBnPY&amp;list=PLFf1gA-ubk_SyRas2VM_kx-UEjKsEfawT&amp;index=10" TargetMode="External"/><Relationship Id="rId1" Type="http://schemas.openxmlformats.org/officeDocument/2006/relationships/slideLayout" Target="../slideLayouts/slideLayout4.xml"/><Relationship Id="rId6" Type="http://schemas.openxmlformats.org/officeDocument/2006/relationships/hyperlink" Target="https://www.youtube.com/watch?v=J_DokHcT4ic&amp;list=PLFf1gA-ubk_SyRas2VM_kx-UEjKsEfawT&amp;index=35" TargetMode="External"/><Relationship Id="rId11" Type="http://schemas.openxmlformats.org/officeDocument/2006/relationships/image" Target="../media/image7.png"/><Relationship Id="rId5" Type="http://schemas.openxmlformats.org/officeDocument/2006/relationships/hyperlink" Target="https://www.youtube.com/watch?v=npRy2FpuatQ&amp;list=PLFf1gA-ubk_SyRas2VM_kx-UEjKsEfawT&amp;index=29" TargetMode="External"/><Relationship Id="rId10" Type="http://schemas.openxmlformats.org/officeDocument/2006/relationships/image" Target="../media/image6.png"/><Relationship Id="rId4" Type="http://schemas.openxmlformats.org/officeDocument/2006/relationships/hyperlink" Target="https://www.youtube.com/watch?v=7gYzhvP0U_E&amp;list=PLFf1gA-ubk_SyRas2VM_kx-UEjKsEfawT&amp;index=24" TargetMode="External"/><Relationship Id="rId9" Type="http://schemas.openxmlformats.org/officeDocument/2006/relationships/image" Target="../media/image5.png"/></Relationships>
</file>

<file path=ppt/slides/_rels/slide5.xml.rels><?xml version="1.0" encoding="UTF-8" standalone="yes"?>
<Relationships xmlns="http://schemas.openxmlformats.org/package/2006/relationships"><Relationship Id="rId8" Type="http://schemas.openxmlformats.org/officeDocument/2006/relationships/hyperlink" Target="https://www.youtube.com/watch?v=4CJgnT8Sl0I&amp;list=PLFf1gA-ubk_SyRas2VM_kx-UEjKsEfawT&amp;index=37" TargetMode="External"/><Relationship Id="rId13" Type="http://schemas.openxmlformats.org/officeDocument/2006/relationships/image" Target="../media/image14.png"/><Relationship Id="rId3" Type="http://schemas.openxmlformats.org/officeDocument/2006/relationships/hyperlink" Target="https://www.youtube.com/watch?v=uzeT2nR075I&amp;list=PLFf1gA-ubk_SyRas2VM_kx-UEjKsEfawT&amp;index=4" TargetMode="External"/><Relationship Id="rId7" Type="http://schemas.openxmlformats.org/officeDocument/2006/relationships/hyperlink" Target="https://www.youtube.com/watch?v=GMRINarIR_o&amp;list=PLFf1gA-ubk_SyRas2VM_kx-UEjKsEfawT&amp;index=15" TargetMode="External"/><Relationship Id="rId12" Type="http://schemas.openxmlformats.org/officeDocument/2006/relationships/image" Target="../media/image13.png"/><Relationship Id="rId2" Type="http://schemas.openxmlformats.org/officeDocument/2006/relationships/hyperlink" Target="https://www.youtube.com/watch?v=yG2Znuum7KA&amp;list=PLFf1gA-ubk_SyRas2VM_kx-UEjKsEfawT&amp;index=2" TargetMode="External"/><Relationship Id="rId1" Type="http://schemas.openxmlformats.org/officeDocument/2006/relationships/slideLayout" Target="../slideLayouts/slideLayout4.xml"/><Relationship Id="rId6" Type="http://schemas.openxmlformats.org/officeDocument/2006/relationships/hyperlink" Target="https://www.youtube.com/watch?v=7ssEXga3JmA&amp;list=PLFf1gA-ubk_SyRas2VM_kx-UEjKsEfawT&amp;index=12" TargetMode="External"/><Relationship Id="rId11" Type="http://schemas.openxmlformats.org/officeDocument/2006/relationships/image" Target="../media/image12.png"/><Relationship Id="rId5" Type="http://schemas.openxmlformats.org/officeDocument/2006/relationships/hyperlink" Target="https://www.youtube.com/watch?v=Ot-_jkH5o_Y&amp;list=PLFf1gA-ubk_SyRas2VM_kx-UEjKsEfawT&amp;index=11" TargetMode="External"/><Relationship Id="rId15" Type="http://schemas.openxmlformats.org/officeDocument/2006/relationships/image" Target="../media/image16.png"/><Relationship Id="rId10" Type="http://schemas.openxmlformats.org/officeDocument/2006/relationships/image" Target="../media/image11.png"/><Relationship Id="rId4" Type="http://schemas.openxmlformats.org/officeDocument/2006/relationships/hyperlink" Target="https://www.youtube.com/watch?v=3okQp-SHmaw&amp;list=PLFf1gA-ubk_SyRas2VM_kx-UEjKsEfawT&amp;index=5" TargetMode="External"/><Relationship Id="rId9" Type="http://schemas.openxmlformats.org/officeDocument/2006/relationships/image" Target="../media/image10.png"/><Relationship Id="rId14" Type="http://schemas.openxmlformats.org/officeDocument/2006/relationships/image" Target="../media/image1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D94F88D-5580-2D89-8A91-E2EBBCC95EB5}"/>
              </a:ext>
            </a:extLst>
          </p:cNvPr>
          <p:cNvSpPr>
            <a:spLocks noGrp="1"/>
          </p:cNvSpPr>
          <p:nvPr>
            <p:ph type="ctrTitle"/>
          </p:nvPr>
        </p:nvSpPr>
        <p:spPr/>
        <p:txBody>
          <a:bodyPr/>
          <a:lstStyle/>
          <a:p>
            <a:r>
              <a:rPr lang="fr-FR" dirty="0"/>
              <a:t>Prolégomènes</a:t>
            </a:r>
          </a:p>
        </p:txBody>
      </p:sp>
      <p:sp>
        <p:nvSpPr>
          <p:cNvPr id="3" name="Sous-titre 2">
            <a:extLst>
              <a:ext uri="{FF2B5EF4-FFF2-40B4-BE49-F238E27FC236}">
                <a16:creationId xmlns:a16="http://schemas.microsoft.com/office/drawing/2014/main" id="{F6CE9548-15E2-3011-63E7-81CCD7747D4D}"/>
              </a:ext>
            </a:extLst>
          </p:cNvPr>
          <p:cNvSpPr>
            <a:spLocks noGrp="1"/>
          </p:cNvSpPr>
          <p:nvPr>
            <p:ph type="subTitle" idx="1"/>
          </p:nvPr>
        </p:nvSpPr>
        <p:spPr/>
        <p:txBody>
          <a:bodyPr/>
          <a:lstStyle/>
          <a:p>
            <a:r>
              <a:rPr lang="fr-FR" dirty="0"/>
              <a:t>Atome</a:t>
            </a:r>
          </a:p>
        </p:txBody>
      </p:sp>
    </p:spTree>
    <p:extLst>
      <p:ext uri="{BB962C8B-B14F-4D97-AF65-F5344CB8AC3E}">
        <p14:creationId xmlns:p14="http://schemas.microsoft.com/office/powerpoint/2010/main" val="13161961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D53973F-C418-D042-79E1-DD3BB39A13C1}"/>
              </a:ext>
            </a:extLst>
          </p:cNvPr>
          <p:cNvSpPr>
            <a:spLocks noGrp="1"/>
          </p:cNvSpPr>
          <p:nvPr>
            <p:ph type="title"/>
          </p:nvPr>
        </p:nvSpPr>
        <p:spPr/>
        <p:txBody>
          <a:bodyPr/>
          <a:lstStyle/>
          <a:p>
            <a:r>
              <a:rPr lang="fr-FR" dirty="0"/>
              <a:t>Formatage des liens vidéo YouTube</a:t>
            </a:r>
          </a:p>
        </p:txBody>
      </p:sp>
      <p:sp>
        <p:nvSpPr>
          <p:cNvPr id="3" name="Espace réservé du contenu 2">
            <a:extLst>
              <a:ext uri="{FF2B5EF4-FFF2-40B4-BE49-F238E27FC236}">
                <a16:creationId xmlns:a16="http://schemas.microsoft.com/office/drawing/2014/main" id="{4950A756-0CEB-BB6D-3EAF-738D28BF0FA6}"/>
              </a:ext>
            </a:extLst>
          </p:cNvPr>
          <p:cNvSpPr>
            <a:spLocks noGrp="1"/>
          </p:cNvSpPr>
          <p:nvPr>
            <p:ph idx="1"/>
          </p:nvPr>
        </p:nvSpPr>
        <p:spPr/>
        <p:txBody>
          <a:bodyPr>
            <a:normAutofit fontScale="85000" lnSpcReduction="20000"/>
          </a:bodyPr>
          <a:lstStyle/>
          <a:p>
            <a:r>
              <a:rPr lang="fr-FR" dirty="0"/>
              <a:t>Assurez-vous que l'URL est propre:</a:t>
            </a:r>
          </a:p>
          <a:p>
            <a:r>
              <a:rPr lang="fr-FR" dirty="0"/>
              <a:t>Vous devez vous assurer de coller une URL YouTube valide dans </a:t>
            </a:r>
            <a:r>
              <a:rPr lang="fr-FR" dirty="0" err="1"/>
              <a:t>PheedLoop</a:t>
            </a:r>
            <a:r>
              <a:rPr lang="fr-FR" dirty="0"/>
              <a:t>. Une URL YouTube valide ressemble à ceci :  https://www.youtube.com/watch?v=VIDEO_ID , où VIDEO_ID  est l'identifiant personnalisé de votre vidéo. Pour obtenir l'URL de la vidéo, il vous suffit de la copier directement depuis votre navigateur lorsque vous regardez la vidéo YouTube. Un problème fréquent avec l'URL est la présence d'éléments après VIDEO_ID , comme un horodatage. Si votre URL contient des éléments après VIDEO_ID , en particulier s'ils commencent par une esperluette (&amp;), supprimez-les, y compris l'esperluette, puis réessayez.</a:t>
            </a:r>
          </a:p>
          <a:p>
            <a:endParaRPr lang="fr-FR" dirty="0"/>
          </a:p>
          <a:p>
            <a:r>
              <a:rPr lang="fr-FR" dirty="0"/>
              <a:t>Par exemple, si vous avez collé l'URL suivante :  https://www.youtube.com/watch?v=0qo78R_yYFA&amp;t=10 , supprimez le texte « &amp;t=10 » pour obtenir :  https://www.youtube.com/watch?v=0qo78R_yYFA </a:t>
            </a:r>
          </a:p>
        </p:txBody>
      </p:sp>
    </p:spTree>
    <p:extLst>
      <p:ext uri="{BB962C8B-B14F-4D97-AF65-F5344CB8AC3E}">
        <p14:creationId xmlns:p14="http://schemas.microsoft.com/office/powerpoint/2010/main" val="318956905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E5E8E32-97EA-4994-6078-81C199BB4D84}"/>
              </a:ext>
            </a:extLst>
          </p:cNvPr>
          <p:cNvSpPr>
            <a:spLocks noGrp="1"/>
          </p:cNvSpPr>
          <p:nvPr>
            <p:ph type="title"/>
          </p:nvPr>
        </p:nvSpPr>
        <p:spPr/>
        <p:txBody>
          <a:bodyPr/>
          <a:lstStyle/>
          <a:p>
            <a:r>
              <a:rPr lang="fr-FR" dirty="0"/>
              <a:t>Les 3 URL possibles d’une vidéo YouTube</a:t>
            </a:r>
          </a:p>
        </p:txBody>
      </p:sp>
      <p:pic>
        <p:nvPicPr>
          <p:cNvPr id="5" name="Espace réservé du contenu 4" descr="Une image contenant texte, capture d’écran, Logiciel multimédia, logiciel&#10;&#10;Le contenu généré par l’IA peut être incorrect.">
            <a:extLst>
              <a:ext uri="{FF2B5EF4-FFF2-40B4-BE49-F238E27FC236}">
                <a16:creationId xmlns:a16="http://schemas.microsoft.com/office/drawing/2014/main" id="{3FFC12EA-0B6B-CA64-8947-4A8E60376161}"/>
              </a:ext>
            </a:extLst>
          </p:cNvPr>
          <p:cNvPicPr>
            <a:picLocks noGrp="1" noChangeAspect="1"/>
          </p:cNvPicPr>
          <p:nvPr>
            <p:ph idx="1"/>
          </p:nvPr>
        </p:nvPicPr>
        <p:blipFill>
          <a:blip r:embed="rId2">
            <a:extLst>
              <a:ext uri="{28A0092B-C50C-407E-A947-70E740481C1C}">
                <a14:useLocalDpi xmlns:a14="http://schemas.microsoft.com/office/drawing/2010/main" val="0"/>
              </a:ext>
            </a:extLst>
          </a:blip>
          <a:srcRect l="24922" t="4641" r="51851" b="90695"/>
          <a:stretch>
            <a:fillRect/>
          </a:stretch>
        </p:blipFill>
        <p:spPr>
          <a:xfrm>
            <a:off x="711277" y="1405925"/>
            <a:ext cx="5307470" cy="599508"/>
          </a:xfrm>
        </p:spPr>
      </p:pic>
      <p:pic>
        <p:nvPicPr>
          <p:cNvPr id="9" name="Image 8">
            <a:hlinkClick r:id="rId3"/>
            <a:extLst>
              <a:ext uri="{FF2B5EF4-FFF2-40B4-BE49-F238E27FC236}">
                <a16:creationId xmlns:a16="http://schemas.microsoft.com/office/drawing/2014/main" id="{3C42CF45-A79F-8747-E855-89A899B94BA4}"/>
              </a:ext>
            </a:extLst>
          </p:cNvPr>
          <p:cNvPicPr>
            <a:picLocks noChangeAspect="1"/>
          </p:cNvPicPr>
          <p:nvPr/>
        </p:nvPicPr>
        <p:blipFill>
          <a:blip r:embed="rId4"/>
          <a:stretch>
            <a:fillRect/>
          </a:stretch>
        </p:blipFill>
        <p:spPr>
          <a:xfrm>
            <a:off x="1225830" y="2118384"/>
            <a:ext cx="4658375" cy="2591162"/>
          </a:xfrm>
          <a:prstGeom prst="rect">
            <a:avLst/>
          </a:prstGeom>
          <a:ln w="38100">
            <a:solidFill>
              <a:srgbClr val="FF0000"/>
            </a:solidFill>
          </a:ln>
        </p:spPr>
      </p:pic>
      <p:pic>
        <p:nvPicPr>
          <p:cNvPr id="11" name="Image 10">
            <a:extLst>
              <a:ext uri="{FF2B5EF4-FFF2-40B4-BE49-F238E27FC236}">
                <a16:creationId xmlns:a16="http://schemas.microsoft.com/office/drawing/2014/main" id="{59E0323F-6D99-6DD7-DBE7-3C740E2A2E0A}"/>
              </a:ext>
            </a:extLst>
          </p:cNvPr>
          <p:cNvPicPr>
            <a:picLocks noChangeAspect="1"/>
          </p:cNvPicPr>
          <p:nvPr/>
        </p:nvPicPr>
        <p:blipFill>
          <a:blip r:embed="rId5"/>
          <a:stretch>
            <a:fillRect/>
          </a:stretch>
        </p:blipFill>
        <p:spPr>
          <a:xfrm>
            <a:off x="1580246" y="4822497"/>
            <a:ext cx="1190791" cy="1543265"/>
          </a:xfrm>
          <a:prstGeom prst="rect">
            <a:avLst/>
          </a:prstGeom>
        </p:spPr>
      </p:pic>
      <p:sp>
        <p:nvSpPr>
          <p:cNvPr id="13" name="ZoneTexte 12">
            <a:extLst>
              <a:ext uri="{FF2B5EF4-FFF2-40B4-BE49-F238E27FC236}">
                <a16:creationId xmlns:a16="http://schemas.microsoft.com/office/drawing/2014/main" id="{294222DF-04D8-CCBA-36E2-CFB377B66E36}"/>
              </a:ext>
            </a:extLst>
          </p:cNvPr>
          <p:cNvSpPr txBox="1"/>
          <p:nvPr/>
        </p:nvSpPr>
        <p:spPr>
          <a:xfrm>
            <a:off x="6173255" y="1521013"/>
            <a:ext cx="6096000" cy="369332"/>
          </a:xfrm>
          <a:prstGeom prst="rect">
            <a:avLst/>
          </a:prstGeom>
          <a:noFill/>
        </p:spPr>
        <p:txBody>
          <a:bodyPr wrap="square">
            <a:spAutoFit/>
          </a:bodyPr>
          <a:lstStyle/>
          <a:p>
            <a:r>
              <a:rPr lang="fr-FR" dirty="0"/>
              <a:t>https://www.youtube.com/watch?v=0qo78R_yYFA&amp;t=10s</a:t>
            </a:r>
          </a:p>
        </p:txBody>
      </p:sp>
      <p:sp>
        <p:nvSpPr>
          <p:cNvPr id="15" name="ZoneTexte 14">
            <a:extLst>
              <a:ext uri="{FF2B5EF4-FFF2-40B4-BE49-F238E27FC236}">
                <a16:creationId xmlns:a16="http://schemas.microsoft.com/office/drawing/2014/main" id="{E75096BD-23F8-01AC-8157-D793699998B6}"/>
              </a:ext>
            </a:extLst>
          </p:cNvPr>
          <p:cNvSpPr txBox="1"/>
          <p:nvPr/>
        </p:nvSpPr>
        <p:spPr>
          <a:xfrm>
            <a:off x="6136813" y="2956100"/>
            <a:ext cx="3444509" cy="369332"/>
          </a:xfrm>
          <a:prstGeom prst="rect">
            <a:avLst/>
          </a:prstGeom>
          <a:noFill/>
        </p:spPr>
        <p:txBody>
          <a:bodyPr wrap="square">
            <a:spAutoFit/>
          </a:bodyPr>
          <a:lstStyle/>
          <a:p>
            <a:r>
              <a:rPr lang="fr-FR" dirty="0"/>
              <a:t>https://youtu.be/0qo78R_yYFA</a:t>
            </a:r>
          </a:p>
        </p:txBody>
      </p:sp>
      <p:sp>
        <p:nvSpPr>
          <p:cNvPr id="17" name="ZoneTexte 16">
            <a:extLst>
              <a:ext uri="{FF2B5EF4-FFF2-40B4-BE49-F238E27FC236}">
                <a16:creationId xmlns:a16="http://schemas.microsoft.com/office/drawing/2014/main" id="{48240099-B948-CC51-76B5-1E64BBAC7D50}"/>
              </a:ext>
            </a:extLst>
          </p:cNvPr>
          <p:cNvSpPr txBox="1"/>
          <p:nvPr/>
        </p:nvSpPr>
        <p:spPr>
          <a:xfrm>
            <a:off x="3448880" y="5452075"/>
            <a:ext cx="6132442" cy="369332"/>
          </a:xfrm>
          <a:prstGeom prst="rect">
            <a:avLst/>
          </a:prstGeom>
          <a:noFill/>
        </p:spPr>
        <p:txBody>
          <a:bodyPr wrap="square">
            <a:spAutoFit/>
          </a:bodyPr>
          <a:lstStyle/>
          <a:p>
            <a:r>
              <a:rPr lang="fr-FR" dirty="0"/>
              <a:t>https://youtu.be/0qo78R_yYFA?si=iRqETlSRWPg1k4AM</a:t>
            </a:r>
          </a:p>
        </p:txBody>
      </p:sp>
    </p:spTree>
    <p:extLst>
      <p:ext uri="{BB962C8B-B14F-4D97-AF65-F5344CB8AC3E}">
        <p14:creationId xmlns:p14="http://schemas.microsoft.com/office/powerpoint/2010/main" val="297966479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86197791-DC41-E92A-4907-11F4D46362F0}"/>
              </a:ext>
            </a:extLst>
          </p:cNvPr>
          <p:cNvSpPr>
            <a:spLocks noGrp="1"/>
          </p:cNvSpPr>
          <p:nvPr>
            <p:ph type="title"/>
          </p:nvPr>
        </p:nvSpPr>
        <p:spPr/>
        <p:txBody>
          <a:bodyPr/>
          <a:lstStyle/>
          <a:p>
            <a:r>
              <a:rPr lang="fr-FR" dirty="0"/>
              <a:t>Qu'est quoi, un ATOME ? Play </a:t>
            </a:r>
            <a:r>
              <a:rPr lang="fr-FR" dirty="0" err="1"/>
              <a:t>list</a:t>
            </a:r>
            <a:endParaRPr lang="fr-FR" dirty="0"/>
          </a:p>
        </p:txBody>
      </p:sp>
      <p:sp>
        <p:nvSpPr>
          <p:cNvPr id="3" name="Espace réservé du contenu 2">
            <a:extLst>
              <a:ext uri="{FF2B5EF4-FFF2-40B4-BE49-F238E27FC236}">
                <a16:creationId xmlns:a16="http://schemas.microsoft.com/office/drawing/2014/main" id="{47F831DE-CF72-4951-F917-0B53A6A75C02}"/>
              </a:ext>
            </a:extLst>
          </p:cNvPr>
          <p:cNvSpPr>
            <a:spLocks noGrp="1"/>
          </p:cNvSpPr>
          <p:nvPr>
            <p:ph sz="half" idx="1"/>
          </p:nvPr>
        </p:nvSpPr>
        <p:spPr/>
        <p:style>
          <a:lnRef idx="2">
            <a:schemeClr val="dk1"/>
          </a:lnRef>
          <a:fillRef idx="1">
            <a:schemeClr val="lt1"/>
          </a:fillRef>
          <a:effectRef idx="0">
            <a:schemeClr val="dk1"/>
          </a:effectRef>
          <a:fontRef idx="minor">
            <a:schemeClr val="dk1"/>
          </a:fontRef>
        </p:style>
        <p:txBody>
          <a:bodyPr>
            <a:normAutofit fontScale="62500" lnSpcReduction="20000"/>
          </a:bodyPr>
          <a:lstStyle/>
          <a:p>
            <a:pPr>
              <a:buFont typeface="Wingdings" panose="05000000000000000000" pitchFamily="2" charset="2"/>
              <a:buChar char="Ø"/>
            </a:pPr>
            <a:r>
              <a:rPr lang="fr-FR" dirty="0">
                <a:hlinkClick r:id="rId2"/>
              </a:rPr>
              <a:t>https://www.youtube.com/watch?v=UQ-cVXzBnPY&amp;list=PLFf1gA-ubk_SyRas2VM_kx-UEjKsEfawT&amp;index=10</a:t>
            </a:r>
            <a:endParaRPr lang="fr-FR" dirty="0"/>
          </a:p>
          <a:p>
            <a:pPr>
              <a:buFont typeface="Wingdings" panose="05000000000000000000" pitchFamily="2" charset="2"/>
              <a:buChar char="Ø"/>
            </a:pPr>
            <a:r>
              <a:rPr lang="fr-FR" dirty="0">
                <a:hlinkClick r:id="rId3"/>
              </a:rPr>
              <a:t>https://www.youtube.com/watch?v=J8Q24Q2x9d8&amp;list=PLFf1gA-ubk_SyRas2VM_kx-UEjKsEfawT&amp;index=19</a:t>
            </a:r>
            <a:endParaRPr lang="fr-FR" dirty="0"/>
          </a:p>
          <a:p>
            <a:pPr>
              <a:buFont typeface="Wingdings" panose="05000000000000000000" pitchFamily="2" charset="2"/>
              <a:buChar char="Ø"/>
            </a:pPr>
            <a:r>
              <a:rPr lang="fr-FR" dirty="0">
                <a:hlinkClick r:id="rId4"/>
              </a:rPr>
              <a:t>https://www.youtube.com/watch?v=7gYzhvP0U_E&amp;list=PLFf1gA-ubk_SyRas2VM_kx-UEjKsEfawT&amp;index=24</a:t>
            </a:r>
            <a:endParaRPr lang="fr-FR" dirty="0"/>
          </a:p>
          <a:p>
            <a:pPr>
              <a:buFont typeface="Wingdings" panose="05000000000000000000" pitchFamily="2" charset="2"/>
              <a:buChar char="Ø"/>
            </a:pPr>
            <a:r>
              <a:rPr lang="fr-FR" dirty="0">
                <a:hlinkClick r:id="rId5"/>
              </a:rPr>
              <a:t>https://www.youtube.com/watch?v=npRy2FpuatQ&amp;list=PLFf1gA-ubk_SyRas2VM_kx-UEjKsEfawT&amp;index=29</a:t>
            </a:r>
            <a:endParaRPr lang="fr-FR" dirty="0"/>
          </a:p>
          <a:p>
            <a:pPr>
              <a:buFont typeface="Wingdings" panose="05000000000000000000" pitchFamily="2" charset="2"/>
              <a:buChar char="Ø"/>
            </a:pPr>
            <a:r>
              <a:rPr lang="fr-FR" dirty="0">
                <a:hlinkClick r:id="rId6"/>
              </a:rPr>
              <a:t>https://www.youtube.com/watch?v=J_DokHcT4ic&amp;list=PLFf1gA-ubk_SyRas2VM_kx-UEjKsEfawT&amp;index=35</a:t>
            </a:r>
            <a:endParaRPr lang="fr-FR" dirty="0"/>
          </a:p>
          <a:p>
            <a:pPr>
              <a:buFont typeface="Wingdings" panose="05000000000000000000" pitchFamily="2" charset="2"/>
              <a:buChar char="Ø"/>
            </a:pPr>
            <a:r>
              <a:rPr lang="fr-FR" dirty="0">
                <a:hlinkClick r:id="rId7"/>
              </a:rPr>
              <a:t>https://www.youtube.com/watch?v=B_XmYTy3T5U&amp;list=PLFf1gA-ubk_SyRas2VM_kx-UEjKsEfawT&amp;index=36</a:t>
            </a:r>
            <a:endParaRPr lang="fr-FR" dirty="0"/>
          </a:p>
          <a:p>
            <a:pPr marL="0" indent="0">
              <a:buNone/>
            </a:pPr>
            <a:endParaRPr lang="fr-FR" dirty="0"/>
          </a:p>
          <a:p>
            <a:pPr>
              <a:buFont typeface="Wingdings" panose="05000000000000000000" pitchFamily="2" charset="2"/>
              <a:buChar char="Ø"/>
            </a:pPr>
            <a:endParaRPr lang="fr-FR" dirty="0"/>
          </a:p>
          <a:p>
            <a:pPr>
              <a:buFont typeface="Wingdings" panose="05000000000000000000" pitchFamily="2" charset="2"/>
              <a:buChar char="Ø"/>
            </a:pPr>
            <a:endParaRPr lang="fr-FR" dirty="0"/>
          </a:p>
          <a:p>
            <a:pPr marL="0" indent="0">
              <a:buNone/>
            </a:pPr>
            <a:endParaRPr lang="fr-FR" dirty="0"/>
          </a:p>
          <a:p>
            <a:pPr>
              <a:buFont typeface="Wingdings" panose="05000000000000000000" pitchFamily="2" charset="2"/>
              <a:buChar char="Ø"/>
            </a:pPr>
            <a:endParaRPr lang="fr-FR" dirty="0"/>
          </a:p>
        </p:txBody>
      </p:sp>
      <p:pic>
        <p:nvPicPr>
          <p:cNvPr id="10" name="Image 9">
            <a:extLst>
              <a:ext uri="{FF2B5EF4-FFF2-40B4-BE49-F238E27FC236}">
                <a16:creationId xmlns:a16="http://schemas.microsoft.com/office/drawing/2014/main" id="{42B7CC61-2797-DFF7-9D90-A3A9A6B439FA}"/>
              </a:ext>
            </a:extLst>
          </p:cNvPr>
          <p:cNvPicPr>
            <a:picLocks noChangeAspect="1"/>
          </p:cNvPicPr>
          <p:nvPr/>
        </p:nvPicPr>
        <p:blipFill>
          <a:blip r:embed="rId8"/>
          <a:stretch>
            <a:fillRect/>
          </a:stretch>
        </p:blipFill>
        <p:spPr>
          <a:xfrm>
            <a:off x="5948353" y="2151216"/>
            <a:ext cx="3840047" cy="928576"/>
          </a:xfrm>
          <a:prstGeom prst="rect">
            <a:avLst/>
          </a:prstGeom>
        </p:spPr>
      </p:pic>
      <p:pic>
        <p:nvPicPr>
          <p:cNvPr id="14" name="Image 13">
            <a:extLst>
              <a:ext uri="{FF2B5EF4-FFF2-40B4-BE49-F238E27FC236}">
                <a16:creationId xmlns:a16="http://schemas.microsoft.com/office/drawing/2014/main" id="{DDAD6732-9704-58AC-BAC2-989FB1FE19D0}"/>
              </a:ext>
            </a:extLst>
          </p:cNvPr>
          <p:cNvPicPr>
            <a:picLocks noChangeAspect="1"/>
          </p:cNvPicPr>
          <p:nvPr/>
        </p:nvPicPr>
        <p:blipFill>
          <a:blip r:embed="rId9"/>
          <a:stretch>
            <a:fillRect/>
          </a:stretch>
        </p:blipFill>
        <p:spPr>
          <a:xfrm>
            <a:off x="6019800" y="1258242"/>
            <a:ext cx="3286539" cy="928577"/>
          </a:xfrm>
          <a:prstGeom prst="rect">
            <a:avLst/>
          </a:prstGeom>
        </p:spPr>
      </p:pic>
      <p:pic>
        <p:nvPicPr>
          <p:cNvPr id="16" name="Image 15">
            <a:extLst>
              <a:ext uri="{FF2B5EF4-FFF2-40B4-BE49-F238E27FC236}">
                <a16:creationId xmlns:a16="http://schemas.microsoft.com/office/drawing/2014/main" id="{9DEC4A84-3DA0-F429-ED85-048BCB1BDD6A}"/>
              </a:ext>
            </a:extLst>
          </p:cNvPr>
          <p:cNvPicPr>
            <a:picLocks noChangeAspect="1"/>
          </p:cNvPicPr>
          <p:nvPr/>
        </p:nvPicPr>
        <p:blipFill>
          <a:blip r:embed="rId10"/>
          <a:stretch>
            <a:fillRect/>
          </a:stretch>
        </p:blipFill>
        <p:spPr>
          <a:xfrm>
            <a:off x="6019800" y="3079792"/>
            <a:ext cx="2972215" cy="857370"/>
          </a:xfrm>
          <a:prstGeom prst="rect">
            <a:avLst/>
          </a:prstGeom>
        </p:spPr>
      </p:pic>
      <p:pic>
        <p:nvPicPr>
          <p:cNvPr id="18" name="Image 17">
            <a:extLst>
              <a:ext uri="{FF2B5EF4-FFF2-40B4-BE49-F238E27FC236}">
                <a16:creationId xmlns:a16="http://schemas.microsoft.com/office/drawing/2014/main" id="{CD0F8A59-10B2-36D8-FBCB-8A22C4E34894}"/>
              </a:ext>
            </a:extLst>
          </p:cNvPr>
          <p:cNvPicPr>
            <a:picLocks noChangeAspect="1"/>
          </p:cNvPicPr>
          <p:nvPr/>
        </p:nvPicPr>
        <p:blipFill>
          <a:blip r:embed="rId11"/>
          <a:stretch>
            <a:fillRect/>
          </a:stretch>
        </p:blipFill>
        <p:spPr>
          <a:xfrm>
            <a:off x="5948353" y="4001294"/>
            <a:ext cx="3115110" cy="857370"/>
          </a:xfrm>
          <a:prstGeom prst="rect">
            <a:avLst/>
          </a:prstGeom>
        </p:spPr>
      </p:pic>
      <p:pic>
        <p:nvPicPr>
          <p:cNvPr id="20" name="Image 19">
            <a:extLst>
              <a:ext uri="{FF2B5EF4-FFF2-40B4-BE49-F238E27FC236}">
                <a16:creationId xmlns:a16="http://schemas.microsoft.com/office/drawing/2014/main" id="{32472CA0-2611-2E5C-C802-871EB0BCD959}"/>
              </a:ext>
            </a:extLst>
          </p:cNvPr>
          <p:cNvPicPr>
            <a:picLocks noChangeAspect="1"/>
          </p:cNvPicPr>
          <p:nvPr/>
        </p:nvPicPr>
        <p:blipFill>
          <a:blip r:embed="rId12"/>
          <a:stretch>
            <a:fillRect/>
          </a:stretch>
        </p:blipFill>
        <p:spPr>
          <a:xfrm>
            <a:off x="5948353" y="4797577"/>
            <a:ext cx="4801270" cy="895475"/>
          </a:xfrm>
          <a:prstGeom prst="rect">
            <a:avLst/>
          </a:prstGeom>
        </p:spPr>
      </p:pic>
      <p:pic>
        <p:nvPicPr>
          <p:cNvPr id="22" name="Image 21">
            <a:extLst>
              <a:ext uri="{FF2B5EF4-FFF2-40B4-BE49-F238E27FC236}">
                <a16:creationId xmlns:a16="http://schemas.microsoft.com/office/drawing/2014/main" id="{1ED48E8D-B1CA-8F61-CE56-5ECF1F283814}"/>
              </a:ext>
            </a:extLst>
          </p:cNvPr>
          <p:cNvPicPr>
            <a:picLocks noChangeAspect="1"/>
          </p:cNvPicPr>
          <p:nvPr/>
        </p:nvPicPr>
        <p:blipFill>
          <a:blip r:embed="rId13"/>
          <a:stretch>
            <a:fillRect/>
          </a:stretch>
        </p:blipFill>
        <p:spPr>
          <a:xfrm>
            <a:off x="6096000" y="5628241"/>
            <a:ext cx="3286584" cy="876422"/>
          </a:xfrm>
          <a:prstGeom prst="rect">
            <a:avLst/>
          </a:prstGeom>
        </p:spPr>
      </p:pic>
    </p:spTree>
    <p:extLst>
      <p:ext uri="{BB962C8B-B14F-4D97-AF65-F5344CB8AC3E}">
        <p14:creationId xmlns:p14="http://schemas.microsoft.com/office/powerpoint/2010/main" val="40481153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83DA575-88DD-656C-A406-ECABFF7552B7}"/>
              </a:ext>
            </a:extLst>
          </p:cNvPr>
          <p:cNvSpPr>
            <a:spLocks noGrp="1"/>
          </p:cNvSpPr>
          <p:nvPr>
            <p:ph type="title"/>
          </p:nvPr>
        </p:nvSpPr>
        <p:spPr/>
        <p:txBody>
          <a:bodyPr/>
          <a:lstStyle/>
          <a:p>
            <a:r>
              <a:rPr lang="fr-FR" dirty="0"/>
              <a:t>ATOME ou </a:t>
            </a:r>
            <a:r>
              <a:rPr lang="fr-FR" cap="all" dirty="0"/>
              <a:t>ion</a:t>
            </a:r>
            <a:r>
              <a:rPr lang="fr-FR" dirty="0"/>
              <a:t> ?</a:t>
            </a:r>
          </a:p>
        </p:txBody>
      </p:sp>
      <p:sp>
        <p:nvSpPr>
          <p:cNvPr id="3" name="Espace réservé du contenu 2">
            <a:extLst>
              <a:ext uri="{FF2B5EF4-FFF2-40B4-BE49-F238E27FC236}">
                <a16:creationId xmlns:a16="http://schemas.microsoft.com/office/drawing/2014/main" id="{64EB6968-78DF-FC9C-E904-69BA501271AF}"/>
              </a:ext>
            </a:extLst>
          </p:cNvPr>
          <p:cNvSpPr>
            <a:spLocks noGrp="1"/>
          </p:cNvSpPr>
          <p:nvPr>
            <p:ph sz="half" idx="1"/>
          </p:nvPr>
        </p:nvSpPr>
        <p:spPr>
          <a:xfrm>
            <a:off x="669859" y="1527451"/>
            <a:ext cx="5181600" cy="4351338"/>
          </a:xfrm>
        </p:spPr>
        <p:txBody>
          <a:bodyPr>
            <a:normAutofit lnSpcReduction="10000"/>
          </a:bodyPr>
          <a:lstStyle/>
          <a:p>
            <a:pPr>
              <a:buFont typeface="Wingdings" panose="05000000000000000000" pitchFamily="2" charset="2"/>
              <a:buChar char="Ø"/>
            </a:pPr>
            <a:r>
              <a:rPr lang="fr-FR" sz="1600" dirty="0">
                <a:hlinkClick r:id="rId2"/>
              </a:rPr>
              <a:t>https://www.youtube.com/watch?v=yG2Znuum7KA&amp;list=PLFf1gA-ubk_SyRas2VM_kx-UEjKsEfawT&amp;index=2</a:t>
            </a:r>
            <a:endParaRPr lang="fr-FR" sz="1600" dirty="0"/>
          </a:p>
          <a:p>
            <a:pPr>
              <a:buFont typeface="Wingdings" panose="05000000000000000000" pitchFamily="2" charset="2"/>
              <a:buChar char="Ø"/>
            </a:pPr>
            <a:r>
              <a:rPr lang="fr-FR" sz="1600" dirty="0">
                <a:hlinkClick r:id="rId3"/>
              </a:rPr>
              <a:t>https://www.youtube.com/watch?v=uzeT2nR075I&amp;list=PLFf1gA-ubk_SyRas2VM_kx-UEjKsEfawT&amp;index=4</a:t>
            </a:r>
            <a:endParaRPr lang="fr-FR" sz="1600" dirty="0"/>
          </a:p>
          <a:p>
            <a:pPr>
              <a:buFont typeface="Wingdings" panose="05000000000000000000" pitchFamily="2" charset="2"/>
              <a:buChar char="Ø"/>
            </a:pPr>
            <a:r>
              <a:rPr lang="fr-FR" sz="1600" dirty="0">
                <a:hlinkClick r:id="rId4"/>
              </a:rPr>
              <a:t>https://www.youtube.com/watch?v=3okQp-SHmaw&amp;list=PLFf1gA-ubk_SyRas2VM_kx-UEjKsEfawT&amp;index=5</a:t>
            </a:r>
            <a:endParaRPr lang="fr-FR" sz="1600" dirty="0"/>
          </a:p>
          <a:p>
            <a:pPr>
              <a:buFont typeface="Wingdings" panose="05000000000000000000" pitchFamily="2" charset="2"/>
              <a:buChar char="Ø"/>
            </a:pPr>
            <a:r>
              <a:rPr lang="fr-FR" sz="1600" dirty="0">
                <a:hlinkClick r:id="rId5"/>
              </a:rPr>
              <a:t>https://www.youtube.com/watch?v=Ot-_jkH5o_Y&amp;list=PLFf1gA-ubk_SyRas2VM_kx-UEjKsEfawT&amp;index=11</a:t>
            </a:r>
            <a:endParaRPr lang="fr-FR" sz="1600" dirty="0"/>
          </a:p>
          <a:p>
            <a:pPr>
              <a:buFont typeface="Wingdings" panose="05000000000000000000" pitchFamily="2" charset="2"/>
              <a:buChar char="Ø"/>
            </a:pPr>
            <a:r>
              <a:rPr lang="fr-FR" sz="1600" dirty="0">
                <a:hlinkClick r:id="rId6"/>
              </a:rPr>
              <a:t>https://www.youtube.com/watch?v=7ssEXga3JmA&amp;list=PLFf1gA-ubk_SyRas2VM_kx-UEjKsEfawT&amp;index=12</a:t>
            </a:r>
            <a:endParaRPr lang="fr-FR" sz="1600" dirty="0"/>
          </a:p>
          <a:p>
            <a:pPr>
              <a:buFont typeface="Wingdings" panose="05000000000000000000" pitchFamily="2" charset="2"/>
              <a:buChar char="Ø"/>
            </a:pPr>
            <a:r>
              <a:rPr lang="fr-FR" sz="1600" dirty="0">
                <a:hlinkClick r:id="rId7"/>
              </a:rPr>
              <a:t>https://www.youtube.com/watch?v=GMRINarIR_o&amp;list=PLFf1gA-ubk_SyRas2VM_kx-UEjKsEfawT&amp;index=15</a:t>
            </a:r>
            <a:endParaRPr lang="fr-FR" sz="1600" dirty="0"/>
          </a:p>
          <a:p>
            <a:pPr>
              <a:buFont typeface="Wingdings" panose="05000000000000000000" pitchFamily="2" charset="2"/>
              <a:buChar char="Ø"/>
            </a:pPr>
            <a:r>
              <a:rPr lang="fr-FR" sz="1600" dirty="0">
                <a:hlinkClick r:id="rId8"/>
              </a:rPr>
              <a:t>https://www.youtube.com/watch?v=4CJgnT8Sl0I&amp;list=PLFf1gA-ubk_SyRas2VM_kx-UEjKsEfawT&amp;index=37</a:t>
            </a:r>
            <a:endParaRPr lang="fr-FR" sz="1600" dirty="0"/>
          </a:p>
          <a:p>
            <a:pPr>
              <a:buFont typeface="Wingdings" panose="05000000000000000000" pitchFamily="2" charset="2"/>
              <a:buChar char="Ø"/>
            </a:pPr>
            <a:endParaRPr lang="fr-FR" sz="1600" dirty="0"/>
          </a:p>
        </p:txBody>
      </p:sp>
      <p:pic>
        <p:nvPicPr>
          <p:cNvPr id="6" name="Espace réservé du contenu 5">
            <a:extLst>
              <a:ext uri="{FF2B5EF4-FFF2-40B4-BE49-F238E27FC236}">
                <a16:creationId xmlns:a16="http://schemas.microsoft.com/office/drawing/2014/main" id="{63ED69C0-C451-80C6-BE0E-C02751EAB802}"/>
              </a:ext>
            </a:extLst>
          </p:cNvPr>
          <p:cNvPicPr>
            <a:picLocks noGrp="1" noChangeAspect="1"/>
          </p:cNvPicPr>
          <p:nvPr>
            <p:ph sz="half" idx="2"/>
          </p:nvPr>
        </p:nvPicPr>
        <p:blipFill>
          <a:blip r:embed="rId9"/>
          <a:stretch>
            <a:fillRect/>
          </a:stretch>
        </p:blipFill>
        <p:spPr>
          <a:xfrm>
            <a:off x="6096000" y="380818"/>
            <a:ext cx="4143953" cy="866896"/>
          </a:xfrm>
          <a:prstGeom prst="rect">
            <a:avLst/>
          </a:prstGeom>
        </p:spPr>
      </p:pic>
      <p:pic>
        <p:nvPicPr>
          <p:cNvPr id="8" name="Image 7">
            <a:extLst>
              <a:ext uri="{FF2B5EF4-FFF2-40B4-BE49-F238E27FC236}">
                <a16:creationId xmlns:a16="http://schemas.microsoft.com/office/drawing/2014/main" id="{CB5961CA-6F32-EACA-9D06-10DFB44D1543}"/>
              </a:ext>
            </a:extLst>
          </p:cNvPr>
          <p:cNvPicPr>
            <a:picLocks noChangeAspect="1"/>
          </p:cNvPicPr>
          <p:nvPr/>
        </p:nvPicPr>
        <p:blipFill>
          <a:blip r:embed="rId10"/>
          <a:stretch>
            <a:fillRect/>
          </a:stretch>
        </p:blipFill>
        <p:spPr>
          <a:xfrm>
            <a:off x="5957574" y="1290159"/>
            <a:ext cx="3448531" cy="876422"/>
          </a:xfrm>
          <a:prstGeom prst="rect">
            <a:avLst/>
          </a:prstGeom>
        </p:spPr>
      </p:pic>
      <p:pic>
        <p:nvPicPr>
          <p:cNvPr id="10" name="Image 9">
            <a:extLst>
              <a:ext uri="{FF2B5EF4-FFF2-40B4-BE49-F238E27FC236}">
                <a16:creationId xmlns:a16="http://schemas.microsoft.com/office/drawing/2014/main" id="{A16B39CA-90EF-195C-A48A-2E6FDFC05838}"/>
              </a:ext>
            </a:extLst>
          </p:cNvPr>
          <p:cNvPicPr>
            <a:picLocks noChangeAspect="1"/>
          </p:cNvPicPr>
          <p:nvPr/>
        </p:nvPicPr>
        <p:blipFill>
          <a:blip r:embed="rId11"/>
          <a:stretch>
            <a:fillRect/>
          </a:stretch>
        </p:blipFill>
        <p:spPr>
          <a:xfrm>
            <a:off x="5919057" y="2172747"/>
            <a:ext cx="3172268" cy="885949"/>
          </a:xfrm>
          <a:prstGeom prst="rect">
            <a:avLst/>
          </a:prstGeom>
        </p:spPr>
      </p:pic>
      <p:pic>
        <p:nvPicPr>
          <p:cNvPr id="12" name="Image 11">
            <a:extLst>
              <a:ext uri="{FF2B5EF4-FFF2-40B4-BE49-F238E27FC236}">
                <a16:creationId xmlns:a16="http://schemas.microsoft.com/office/drawing/2014/main" id="{AA305E3E-77B6-069B-BC7C-0027439A405D}"/>
              </a:ext>
            </a:extLst>
          </p:cNvPr>
          <p:cNvPicPr>
            <a:picLocks noChangeAspect="1"/>
          </p:cNvPicPr>
          <p:nvPr/>
        </p:nvPicPr>
        <p:blipFill>
          <a:blip r:embed="rId12"/>
          <a:stretch>
            <a:fillRect/>
          </a:stretch>
        </p:blipFill>
        <p:spPr>
          <a:xfrm>
            <a:off x="5919057" y="3091615"/>
            <a:ext cx="3762900" cy="866896"/>
          </a:xfrm>
          <a:prstGeom prst="rect">
            <a:avLst/>
          </a:prstGeom>
        </p:spPr>
      </p:pic>
      <p:pic>
        <p:nvPicPr>
          <p:cNvPr id="14" name="Image 13">
            <a:extLst>
              <a:ext uri="{FF2B5EF4-FFF2-40B4-BE49-F238E27FC236}">
                <a16:creationId xmlns:a16="http://schemas.microsoft.com/office/drawing/2014/main" id="{982273F2-4E71-2D11-6A8C-ABEF857EC7A8}"/>
              </a:ext>
            </a:extLst>
          </p:cNvPr>
          <p:cNvPicPr>
            <a:picLocks noChangeAspect="1"/>
          </p:cNvPicPr>
          <p:nvPr/>
        </p:nvPicPr>
        <p:blipFill>
          <a:blip r:embed="rId13"/>
          <a:stretch>
            <a:fillRect/>
          </a:stretch>
        </p:blipFill>
        <p:spPr>
          <a:xfrm>
            <a:off x="5955345" y="3969017"/>
            <a:ext cx="3515216" cy="914528"/>
          </a:xfrm>
          <a:prstGeom prst="rect">
            <a:avLst/>
          </a:prstGeom>
        </p:spPr>
      </p:pic>
      <p:pic>
        <p:nvPicPr>
          <p:cNvPr id="16" name="Image 15">
            <a:extLst>
              <a:ext uri="{FF2B5EF4-FFF2-40B4-BE49-F238E27FC236}">
                <a16:creationId xmlns:a16="http://schemas.microsoft.com/office/drawing/2014/main" id="{03112457-0A60-4D4C-995C-FE8158D17B84}"/>
              </a:ext>
            </a:extLst>
          </p:cNvPr>
          <p:cNvPicPr>
            <a:picLocks noChangeAspect="1"/>
          </p:cNvPicPr>
          <p:nvPr/>
        </p:nvPicPr>
        <p:blipFill>
          <a:blip r:embed="rId14"/>
          <a:stretch>
            <a:fillRect/>
          </a:stretch>
        </p:blipFill>
        <p:spPr>
          <a:xfrm>
            <a:off x="5919057" y="4756794"/>
            <a:ext cx="4401164" cy="924054"/>
          </a:xfrm>
          <a:prstGeom prst="rect">
            <a:avLst/>
          </a:prstGeom>
        </p:spPr>
      </p:pic>
      <p:pic>
        <p:nvPicPr>
          <p:cNvPr id="18" name="Image 17">
            <a:extLst>
              <a:ext uri="{FF2B5EF4-FFF2-40B4-BE49-F238E27FC236}">
                <a16:creationId xmlns:a16="http://schemas.microsoft.com/office/drawing/2014/main" id="{9E2C2636-A3FB-73AC-B9B0-D9BC7BFCFDAC}"/>
              </a:ext>
            </a:extLst>
          </p:cNvPr>
          <p:cNvPicPr>
            <a:picLocks noChangeAspect="1"/>
          </p:cNvPicPr>
          <p:nvPr/>
        </p:nvPicPr>
        <p:blipFill>
          <a:blip r:embed="rId15"/>
          <a:stretch>
            <a:fillRect/>
          </a:stretch>
        </p:blipFill>
        <p:spPr>
          <a:xfrm>
            <a:off x="6054254" y="5638959"/>
            <a:ext cx="3343742" cy="971686"/>
          </a:xfrm>
          <a:prstGeom prst="rect">
            <a:avLst/>
          </a:prstGeom>
        </p:spPr>
      </p:pic>
    </p:spTree>
    <p:extLst>
      <p:ext uri="{BB962C8B-B14F-4D97-AF65-F5344CB8AC3E}">
        <p14:creationId xmlns:p14="http://schemas.microsoft.com/office/powerpoint/2010/main" val="26899117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A142D4-EDA3-A61E-CF87-19E9A8041FD1}"/>
            </a:ext>
          </a:extLst>
        </p:cNvPr>
        <p:cNvGrpSpPr/>
        <p:nvPr/>
      </p:nvGrpSpPr>
      <p:grpSpPr>
        <a:xfrm>
          <a:off x="0" y="0"/>
          <a:ext cx="0" cy="0"/>
          <a:chOff x="0" y="0"/>
          <a:chExt cx="0" cy="0"/>
        </a:xfrm>
      </p:grpSpPr>
      <p:sp>
        <p:nvSpPr>
          <p:cNvPr id="2" name="Titre 1">
            <a:extLst>
              <a:ext uri="{FF2B5EF4-FFF2-40B4-BE49-F238E27FC236}">
                <a16:creationId xmlns:a16="http://schemas.microsoft.com/office/drawing/2014/main" id="{994DBC00-C4E0-FF4F-507F-E0DCB0CB3588}"/>
              </a:ext>
            </a:extLst>
          </p:cNvPr>
          <p:cNvSpPr>
            <a:spLocks noGrp="1"/>
          </p:cNvSpPr>
          <p:nvPr>
            <p:ph type="title"/>
          </p:nvPr>
        </p:nvSpPr>
        <p:spPr/>
        <p:txBody>
          <a:bodyPr/>
          <a:lstStyle/>
          <a:p>
            <a:r>
              <a:rPr lang="fr-FR" dirty="0"/>
              <a:t>ATOME ou </a:t>
            </a:r>
            <a:r>
              <a:rPr lang="fr-FR" cap="all" dirty="0"/>
              <a:t>molécule</a:t>
            </a:r>
            <a:r>
              <a:rPr lang="fr-FR" dirty="0"/>
              <a:t> ?</a:t>
            </a:r>
          </a:p>
        </p:txBody>
      </p:sp>
      <p:sp>
        <p:nvSpPr>
          <p:cNvPr id="3" name="Espace réservé du contenu 2">
            <a:extLst>
              <a:ext uri="{FF2B5EF4-FFF2-40B4-BE49-F238E27FC236}">
                <a16:creationId xmlns:a16="http://schemas.microsoft.com/office/drawing/2014/main" id="{5836BE72-3667-1401-3A34-D1B464A45901}"/>
              </a:ext>
            </a:extLst>
          </p:cNvPr>
          <p:cNvSpPr>
            <a:spLocks noGrp="1"/>
          </p:cNvSpPr>
          <p:nvPr>
            <p:ph sz="half" idx="1"/>
          </p:nvPr>
        </p:nvSpPr>
        <p:spPr/>
        <p:txBody>
          <a:bodyPr/>
          <a:lstStyle/>
          <a:p>
            <a:endParaRPr lang="fr-FR" dirty="0"/>
          </a:p>
        </p:txBody>
      </p:sp>
      <p:sp>
        <p:nvSpPr>
          <p:cNvPr id="4" name="Espace réservé du contenu 3">
            <a:extLst>
              <a:ext uri="{FF2B5EF4-FFF2-40B4-BE49-F238E27FC236}">
                <a16:creationId xmlns:a16="http://schemas.microsoft.com/office/drawing/2014/main" id="{FA405473-4C49-96F7-A3FD-5A9C3E1A2176}"/>
              </a:ext>
            </a:extLst>
          </p:cNvPr>
          <p:cNvSpPr>
            <a:spLocks noGrp="1"/>
          </p:cNvSpPr>
          <p:nvPr>
            <p:ph sz="half" idx="2"/>
          </p:nvPr>
        </p:nvSpPr>
        <p:spPr/>
        <p:txBody>
          <a:bodyPr/>
          <a:lstStyle/>
          <a:p>
            <a:endParaRPr lang="fr-FR"/>
          </a:p>
        </p:txBody>
      </p:sp>
    </p:spTree>
    <p:extLst>
      <p:ext uri="{BB962C8B-B14F-4D97-AF65-F5344CB8AC3E}">
        <p14:creationId xmlns:p14="http://schemas.microsoft.com/office/powerpoint/2010/main" val="6397794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35E015A-E660-F052-098B-5C061837531A}"/>
              </a:ext>
            </a:extLst>
          </p:cNvPr>
          <p:cNvSpPr>
            <a:spLocks noGrp="1"/>
          </p:cNvSpPr>
          <p:nvPr>
            <p:ph type="title"/>
          </p:nvPr>
        </p:nvSpPr>
        <p:spPr/>
        <p:txBody>
          <a:bodyPr/>
          <a:lstStyle/>
          <a:p>
            <a:r>
              <a:rPr lang="fr-FR" dirty="0"/>
              <a:t>Graphe atomique</a:t>
            </a:r>
          </a:p>
        </p:txBody>
      </p:sp>
      <p:graphicFrame>
        <p:nvGraphicFramePr>
          <p:cNvPr id="4" name="Espace réservé du contenu 3">
            <a:extLst>
              <a:ext uri="{FF2B5EF4-FFF2-40B4-BE49-F238E27FC236}">
                <a16:creationId xmlns:a16="http://schemas.microsoft.com/office/drawing/2014/main" id="{E18895B5-BBB1-287D-E459-93323835BFB3}"/>
              </a:ext>
            </a:extLst>
          </p:cNvPr>
          <p:cNvGraphicFramePr>
            <a:graphicFrameLocks noGrp="1"/>
          </p:cNvGraphicFramePr>
          <p:nvPr>
            <p:ph idx="1"/>
            <p:extLst>
              <p:ext uri="{D42A27DB-BD31-4B8C-83A1-F6EECF244321}">
                <p14:modId xmlns:p14="http://schemas.microsoft.com/office/powerpoint/2010/main" val="1116319175"/>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524820913"/>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126</TotalTime>
  <Words>608</Words>
  <Application>Microsoft Office PowerPoint</Application>
  <PresentationFormat>Grand écran</PresentationFormat>
  <Paragraphs>38</Paragraphs>
  <Slides>7</Slides>
  <Notes>1</Notes>
  <HiddenSlides>0</HiddenSlides>
  <MMClips>0</MMClips>
  <ScaleCrop>false</ScaleCrop>
  <HeadingPairs>
    <vt:vector size="6" baseType="variant">
      <vt:variant>
        <vt:lpstr>Polices utilisées</vt:lpstr>
      </vt:variant>
      <vt:variant>
        <vt:i4>4</vt:i4>
      </vt:variant>
      <vt:variant>
        <vt:lpstr>Thème</vt:lpstr>
      </vt:variant>
      <vt:variant>
        <vt:i4>1</vt:i4>
      </vt:variant>
      <vt:variant>
        <vt:lpstr>Titres des diapositives</vt:lpstr>
      </vt:variant>
      <vt:variant>
        <vt:i4>7</vt:i4>
      </vt:variant>
    </vt:vector>
  </HeadingPairs>
  <TitlesOfParts>
    <vt:vector size="12" baseType="lpstr">
      <vt:lpstr>Aptos</vt:lpstr>
      <vt:lpstr>Aptos Display</vt:lpstr>
      <vt:lpstr>Arial</vt:lpstr>
      <vt:lpstr>Wingdings</vt:lpstr>
      <vt:lpstr>Thème Office</vt:lpstr>
      <vt:lpstr>Prolégomènes</vt:lpstr>
      <vt:lpstr>Formatage des liens vidéo YouTube</vt:lpstr>
      <vt:lpstr>Les 3 URL possibles d’une vidéo YouTube</vt:lpstr>
      <vt:lpstr>Qu'est quoi, un ATOME ? Play list</vt:lpstr>
      <vt:lpstr>ATOME ou ion ?</vt:lpstr>
      <vt:lpstr>ATOME ou molécule ?</vt:lpstr>
      <vt:lpstr>Graphe atomique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Djamel CHABANE</dc:creator>
  <cp:lastModifiedBy>Djamel CHABANE</cp:lastModifiedBy>
  <cp:revision>11</cp:revision>
  <dcterms:created xsi:type="dcterms:W3CDTF">2025-11-07T09:53:41Z</dcterms:created>
  <dcterms:modified xsi:type="dcterms:W3CDTF">2025-11-07T18:41:33Z</dcterms:modified>
</cp:coreProperties>
</file>